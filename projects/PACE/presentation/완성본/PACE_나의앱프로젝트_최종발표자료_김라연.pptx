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59171613d84827" /><Relationship Type="http://schemas.openxmlformats.org/officeDocument/2006/relationships/extended-properties" Target="/docProps/app.xml" Id="R621c3ba9d7a34f4c" /><Relationship Type="http://schemas.openxmlformats.org/officeDocument/2006/relationships/officeDocument" Target="/ppt/presentation.xml" Id="Rb421693ca2064e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ed3f8215640c3"/>
  </p:sldMasterIdLst>
  <p:notesMasterIdLst>
    <p:notesMasterId xmlns:r="http://schemas.openxmlformats.org/officeDocument/2006/relationships" r:id="R651308cb0fa54b59"/>
  </p:notesMasterIdLst>
  <p:sldIdLst>
    <p:sldId xmlns:r="http://schemas.openxmlformats.org/officeDocument/2006/relationships" id="256" r:id="R08c73a0dac0048c5"/>
    <p:sldId xmlns:r="http://schemas.openxmlformats.org/officeDocument/2006/relationships" id="257" r:id="R30c37bf747c24a09"/>
    <p:sldId xmlns:r="http://schemas.openxmlformats.org/officeDocument/2006/relationships" id="258" r:id="R3885e5bdab914e55"/>
    <p:sldId xmlns:r="http://schemas.openxmlformats.org/officeDocument/2006/relationships" id="259" r:id="Re9f634d1702f4dc9"/>
    <p:sldId xmlns:r="http://schemas.openxmlformats.org/officeDocument/2006/relationships" id="260" r:id="R4b5c17f4dcb44bf7"/>
    <p:sldId xmlns:r="http://schemas.openxmlformats.org/officeDocument/2006/relationships" id="261" r:id="R20090d44fd6c45b9"/>
    <p:sldId xmlns:r="http://schemas.openxmlformats.org/officeDocument/2006/relationships" id="262" r:id="R5a56e1c776984dd9"/>
    <p:sldId xmlns:r="http://schemas.openxmlformats.org/officeDocument/2006/relationships" id="263" r:id="R8a23b3ab12b54110"/>
    <p:sldId xmlns:r="http://schemas.openxmlformats.org/officeDocument/2006/relationships" id="264" r:id="Rcd33d70fe8f64f1c"/>
    <p:sldId xmlns:r="http://schemas.openxmlformats.org/officeDocument/2006/relationships" id="265" r:id="R4aa1df62709d4a50"/>
    <p:sldId xmlns:r="http://schemas.openxmlformats.org/officeDocument/2006/relationships" id="266" r:id="R506385a9383b469a"/>
    <p:sldId xmlns:r="http://schemas.openxmlformats.org/officeDocument/2006/relationships" id="267" r:id="R138a7262e30c439b"/>
    <p:sldId xmlns:r="http://schemas.openxmlformats.org/officeDocument/2006/relationships" id="268" r:id="R54819d7512434825"/>
    <p:sldId xmlns:r="http://schemas.openxmlformats.org/officeDocument/2006/relationships" id="269" r:id="R7c1c06bc2f7e4c49"/>
    <p:sldId xmlns:r="http://schemas.openxmlformats.org/officeDocument/2006/relationships" id="270" r:id="R6b73472721f2465b"/>
    <p:sldId xmlns:r="http://schemas.openxmlformats.org/officeDocument/2006/relationships" id="271" r:id="R5035560024ce421d"/>
    <p:sldId xmlns:r="http://schemas.openxmlformats.org/officeDocument/2006/relationships" id="272" r:id="R94159950077b4a91"/>
    <p:sldId xmlns:r="http://schemas.openxmlformats.org/officeDocument/2006/relationships" id="273" r:id="R850950240b3a40e5"/>
    <p:sldId xmlns:r="http://schemas.openxmlformats.org/officeDocument/2006/relationships" id="274" r:id="Rb4dcc796ad9846f1"/>
    <p:sldId xmlns:r="http://schemas.openxmlformats.org/officeDocument/2006/relationships" id="275" r:id="Raf5ea1ac02c94298"/>
    <p:sldId xmlns:r="http://schemas.openxmlformats.org/officeDocument/2006/relationships" id="276" r:id="Rf4d3fcf45e3b4cf8"/>
    <p:sldId xmlns:r="http://schemas.openxmlformats.org/officeDocument/2006/relationships" id="277" r:id="Rd95907758b8d4257"/>
    <p:sldId xmlns:r="http://schemas.openxmlformats.org/officeDocument/2006/relationships" id="278" r:id="R11cf99d9139e44f5"/>
    <p:sldId xmlns:r="http://schemas.openxmlformats.org/officeDocument/2006/relationships" id="279" r:id="R4bb47b4b3e5c4d6c"/>
    <p:sldId xmlns:r="http://schemas.openxmlformats.org/officeDocument/2006/relationships" id="280" r:id="Rf3dd7d5625d54ed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b601e3f3f44837" /><Relationship Type="http://schemas.openxmlformats.org/officeDocument/2006/relationships/slideMaster" Target="/ppt/slideMasters/slideMaster1.xml" Id="R760ed3f8215640c3" /><Relationship Type="http://schemas.openxmlformats.org/officeDocument/2006/relationships/notesMaster" Target="/ppt/notesMasters/notesMaster1.xml" Id="R651308cb0fa54b59" /><Relationship Type="http://schemas.openxmlformats.org/officeDocument/2006/relationships/presProps" Target="/ppt/presProps.xml" Id="Ra21c98dc8d234281" /><Relationship Type="http://schemas.openxmlformats.org/officeDocument/2006/relationships/tableStyles" Target="/ppt/tableStyles.xml" Id="Rb2aadac9500d4a46" /><Relationship Type="http://schemas.openxmlformats.org/officeDocument/2006/relationships/slide" Target="/ppt/slides/slide1.xml" Id="R08c73a0dac0048c5" /><Relationship Type="http://schemas.openxmlformats.org/officeDocument/2006/relationships/slide" Target="/ppt/slides/slide2.xml" Id="R30c37bf747c24a09" /><Relationship Type="http://schemas.openxmlformats.org/officeDocument/2006/relationships/slide" Target="/ppt/slides/slide3.xml" Id="R3885e5bdab914e55" /><Relationship Type="http://schemas.openxmlformats.org/officeDocument/2006/relationships/slide" Target="/ppt/slides/slide4.xml" Id="Re9f634d1702f4dc9" /><Relationship Type="http://schemas.openxmlformats.org/officeDocument/2006/relationships/slide" Target="/ppt/slides/slide5.xml" Id="R4b5c17f4dcb44bf7" /><Relationship Type="http://schemas.openxmlformats.org/officeDocument/2006/relationships/slide" Target="/ppt/slides/slide6.xml" Id="R20090d44fd6c45b9" /><Relationship Type="http://schemas.openxmlformats.org/officeDocument/2006/relationships/slide" Target="/ppt/slides/slide7.xml" Id="R5a56e1c776984dd9" /><Relationship Type="http://schemas.openxmlformats.org/officeDocument/2006/relationships/slide" Target="/ppt/slides/slide8.xml" Id="R8a23b3ab12b54110" /><Relationship Type="http://schemas.openxmlformats.org/officeDocument/2006/relationships/slide" Target="/ppt/slides/slide9.xml" Id="Rcd33d70fe8f64f1c" /><Relationship Type="http://schemas.openxmlformats.org/officeDocument/2006/relationships/slide" Target="/ppt/slides/slide10.xml" Id="R4aa1df62709d4a50" /><Relationship Type="http://schemas.openxmlformats.org/officeDocument/2006/relationships/slide" Target="/ppt/slides/slide11.xml" Id="R506385a9383b469a" /><Relationship Type="http://schemas.openxmlformats.org/officeDocument/2006/relationships/slide" Target="/ppt/slides/slide12.xml" Id="R138a7262e30c439b" /><Relationship Type="http://schemas.openxmlformats.org/officeDocument/2006/relationships/slide" Target="/ppt/slides/slide13.xml" Id="R54819d7512434825" /><Relationship Type="http://schemas.openxmlformats.org/officeDocument/2006/relationships/slide" Target="/ppt/slides/slide14.xml" Id="R7c1c06bc2f7e4c49" /><Relationship Type="http://schemas.openxmlformats.org/officeDocument/2006/relationships/slide" Target="/ppt/slides/slide15.xml" Id="R6b73472721f2465b" /><Relationship Type="http://schemas.openxmlformats.org/officeDocument/2006/relationships/slide" Target="/ppt/slides/slide16.xml" Id="R5035560024ce421d" /><Relationship Type="http://schemas.openxmlformats.org/officeDocument/2006/relationships/slide" Target="/ppt/slides/slide17.xml" Id="R94159950077b4a91" /><Relationship Type="http://schemas.openxmlformats.org/officeDocument/2006/relationships/slide" Target="/ppt/slides/slide18.xml" Id="R850950240b3a40e5" /><Relationship Type="http://schemas.openxmlformats.org/officeDocument/2006/relationships/slide" Target="/ppt/slides/slide19.xml" Id="Rb4dcc796ad9846f1" /><Relationship Type="http://schemas.openxmlformats.org/officeDocument/2006/relationships/slide" Target="/ppt/slides/slide20.xml" Id="Raf5ea1ac02c94298" /><Relationship Type="http://schemas.openxmlformats.org/officeDocument/2006/relationships/slide" Target="/ppt/slides/slide21.xml" Id="Rf4d3fcf45e3b4cf8" /><Relationship Type="http://schemas.openxmlformats.org/officeDocument/2006/relationships/slide" Target="/ppt/slides/slide22.xml" Id="Rd95907758b8d4257" /><Relationship Type="http://schemas.openxmlformats.org/officeDocument/2006/relationships/slide" Target="/ppt/slides/slide23.xml" Id="R11cf99d9139e44f5" /><Relationship Type="http://schemas.openxmlformats.org/officeDocument/2006/relationships/slide" Target="/ppt/slides/slide24.xml" Id="R4bb47b4b3e5c4d6c" /><Relationship Type="http://schemas.openxmlformats.org/officeDocument/2006/relationships/slide" Target="/ppt/slides/slide25.xml" Id="Rf3dd7d5625d54e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96820da38044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790b58042e4ee0" /><Relationship Type="http://schemas.openxmlformats.org/officeDocument/2006/relationships/notesMaster" Target="/ppt/notesMasters/notesMaster1.xml" Id="R6243ad021aaa41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e3eed6752e4ece" /><Relationship Type="http://schemas.openxmlformats.org/officeDocument/2006/relationships/notesMaster" Target="/ppt/notesMasters/notesMaster1.xml" Id="Rbe2099e806694a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d57a44a22643db" /><Relationship Type="http://schemas.openxmlformats.org/officeDocument/2006/relationships/notesMaster" Target="/ppt/notesMasters/notesMaster1.xml" Id="R87fc8c0b36f148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0ee8bf51fc416b" /><Relationship Type="http://schemas.openxmlformats.org/officeDocument/2006/relationships/notesMaster" Target="/ppt/notesMasters/notesMaster1.xml" Id="R6c23f0e9608843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bf543b1e87492b" /><Relationship Type="http://schemas.openxmlformats.org/officeDocument/2006/relationships/notesMaster" Target="/ppt/notesMasters/notesMaster1.xml" Id="R15d78591d3e44f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519fad447b4109" /><Relationship Type="http://schemas.openxmlformats.org/officeDocument/2006/relationships/notesMaster" Target="/ppt/notesMasters/notesMaster1.xml" Id="R07d63c783e5448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185891346e4c32" /><Relationship Type="http://schemas.openxmlformats.org/officeDocument/2006/relationships/notesMaster" Target="/ppt/notesMasters/notesMaster1.xml" Id="Rac39dd3a97334a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5b96138e96454f" /><Relationship Type="http://schemas.openxmlformats.org/officeDocument/2006/relationships/notesMaster" Target="/ppt/notesMasters/notesMaster1.xml" Id="R39d216a7c02a4e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3f5a405b6e492a" /><Relationship Type="http://schemas.openxmlformats.org/officeDocument/2006/relationships/notesMaster" Target="/ppt/notesMasters/notesMaster1.xml" Id="R81d130d552794e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c58f9d1e3e40c6" /><Relationship Type="http://schemas.openxmlformats.org/officeDocument/2006/relationships/notesMaster" Target="/ppt/notesMasters/notesMaster1.xml" Id="R6441a68503714e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39651d81ce4b07" /><Relationship Type="http://schemas.openxmlformats.org/officeDocument/2006/relationships/notesMaster" Target="/ppt/notesMasters/notesMaster1.xml" Id="R17a56606360348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0b4f3187a44bae" /><Relationship Type="http://schemas.openxmlformats.org/officeDocument/2006/relationships/notesMaster" Target="/ppt/notesMasters/notesMaster1.xml" Id="R36d2478c6cce43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7227fa6a5c44d0" /><Relationship Type="http://schemas.openxmlformats.org/officeDocument/2006/relationships/notesMaster" Target="/ppt/notesMasters/notesMaster1.xml" Id="R82df06ac6cd44f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d257eb4ef44eb6" /><Relationship Type="http://schemas.openxmlformats.org/officeDocument/2006/relationships/notesMaster" Target="/ppt/notesMasters/notesMaster1.xml" Id="R12a0c34bc33f4c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2c654245104a08" /><Relationship Type="http://schemas.openxmlformats.org/officeDocument/2006/relationships/notesMaster" Target="/ppt/notesMasters/notesMaster1.xml" Id="R50dbc702e5b54a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8b28f31bea4c7b" /><Relationship Type="http://schemas.openxmlformats.org/officeDocument/2006/relationships/notesMaster" Target="/ppt/notesMasters/notesMaster1.xml" Id="R1e1654e8ac6b49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2462b409104a61" /><Relationship Type="http://schemas.openxmlformats.org/officeDocument/2006/relationships/notesMaster" Target="/ppt/notesMasters/notesMaster1.xml" Id="R1910302f21d344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ad413061b241c1" /><Relationship Type="http://schemas.openxmlformats.org/officeDocument/2006/relationships/notesMaster" Target="/ppt/notesMasters/notesMaster1.xml" Id="R0d34aafd36bf46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5d06bc2f54436f" /><Relationship Type="http://schemas.openxmlformats.org/officeDocument/2006/relationships/notesMaster" Target="/ppt/notesMasters/notesMaster1.xml" Id="Rf948377f7fd349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6b96c6bbbf4b7c" /><Relationship Type="http://schemas.openxmlformats.org/officeDocument/2006/relationships/notesMaster" Target="/ppt/notesMasters/notesMaster1.xml" Id="Rbb3cfb2c3bd545b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707ecc2dae413f" /><Relationship Type="http://schemas.openxmlformats.org/officeDocument/2006/relationships/notesMaster" Target="/ppt/notesMasters/notesMaster1.xml" Id="R56c2b44ff70645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17d930e3cd4d7e" /><Relationship Type="http://schemas.openxmlformats.org/officeDocument/2006/relationships/notesMaster" Target="/ppt/notesMasters/notesMaster1.xml" Id="R980129a6dc6a41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0abbbf41084643" /><Relationship Type="http://schemas.openxmlformats.org/officeDocument/2006/relationships/notesMaster" Target="/ppt/notesMasters/notesMaster1.xml" Id="R6e6b90d43b68425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4b902ec3f74337" /><Relationship Type="http://schemas.openxmlformats.org/officeDocument/2006/relationships/notesMaster" Target="/ppt/notesMasters/notesMaster1.xml" Id="R10a8cb1feae544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bcc7a9d3e9941b6" /><Relationship Type="http://schemas.openxmlformats.org/officeDocument/2006/relationships/notesMaster" Target="/ppt/notesMasters/notesMaster1.xml" Id="R04a021bf49ad4e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1e736de074b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3928e216648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cc76496c240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497a9d77a42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91edf253340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9170fb1eb44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E42E6E-C85B-4EAA-BCCB-A627EE826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89F7D9-BDE8-4F13-8F6A-DB6DE3C3ED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540500-D6AE-4674-BD3A-E48D9E6623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0B1D51-EAEA-4A51-8772-AECFE2CDB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A552BF-270D-4BC3-B5A0-FBB87315BD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F281CD-CF27-4494-9F09-ECE10A0F5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2AFA82-641F-4A57-B52E-7A43BADDC9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F5A067-7CEF-4666-B473-40679EFFDD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DA3D71-036E-43B8-9363-806C345BC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E9F62F-42C3-4B48-92B3-35DC7DFEDB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7091a7a274566" /><Relationship Type="http://schemas.openxmlformats.org/officeDocument/2006/relationships/slideLayout" Target="/ppt/slideLayouts/slideLayout1.xml" Id="R570551f2eb3e4aef" /><Relationship Type="http://schemas.openxmlformats.org/officeDocument/2006/relationships/slideLayout" Target="/ppt/slideLayouts/slideLayout2.xml" Id="Rca4edcd500574014" /><Relationship Type="http://schemas.openxmlformats.org/officeDocument/2006/relationships/slideLayout" Target="/ppt/slideLayouts/slideLayout3.xml" Id="R77f88ac033914d13" /><Relationship Type="http://schemas.openxmlformats.org/officeDocument/2006/relationships/slideLayout" Target="/ppt/slideLayouts/slideLayout4.xml" Id="R0c4a0c808dc04c99" /><Relationship Type="http://schemas.openxmlformats.org/officeDocument/2006/relationships/slideLayout" Target="/ppt/slideLayouts/slideLayout5.xml" Id="R9951aa66c3a44bd9" /><Relationship Type="http://schemas.openxmlformats.org/officeDocument/2006/relationships/slideLayout" Target="/ppt/slideLayouts/slideLayout6.xml" Id="R2af61cd582f349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551f2eb3e4aef"/>
    <p:sldLayoutId xmlns:r="http://schemas.openxmlformats.org/officeDocument/2006/relationships" id="2147483650" r:id="Rca4edcd500574014"/>
    <p:sldLayoutId xmlns:r="http://schemas.openxmlformats.org/officeDocument/2006/relationships" id="2147483651" r:id="R77f88ac033914d13"/>
    <p:sldLayoutId xmlns:r="http://schemas.openxmlformats.org/officeDocument/2006/relationships" id="2147483652" r:id="R0c4a0c808dc04c99"/>
    <p:sldLayoutId xmlns:r="http://schemas.openxmlformats.org/officeDocument/2006/relationships" id="2147483653" r:id="R9951aa66c3a44bd9"/>
    <p:sldLayoutId xmlns:r="http://schemas.openxmlformats.org/officeDocument/2006/relationships" id="2147483654" r:id="R2af61cd582f3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538f792dd4e26" /><Relationship Type="http://schemas.openxmlformats.org/officeDocument/2006/relationships/image" Target="/ppt/media/image.jpeg" Id="R3ca6ca535cb84836" /><Relationship Type="http://schemas.openxmlformats.org/officeDocument/2006/relationships/notesSlide" Target="/ppt/notesSlides/notesSlide1.xml" Id="R15d44d046f1941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e5bb7899124319" /><Relationship Type="http://schemas.openxmlformats.org/officeDocument/2006/relationships/notesSlide" Target="/ppt/notesSlides/notesSlide2.xml" Id="Rbf161f97b58f4b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928776e7fc4175" /><Relationship Type="http://schemas.openxmlformats.org/officeDocument/2006/relationships/notesSlide" Target="/ppt/notesSlides/notesSlide3.xml" Id="R304621d0023741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cb699e6ce4de1" /><Relationship Type="http://schemas.openxmlformats.org/officeDocument/2006/relationships/image" Target="/ppt/media/image2.jpeg" Id="Raf1b029012a84c1d" /><Relationship Type="http://schemas.openxmlformats.org/officeDocument/2006/relationships/notesSlide" Target="/ppt/notesSlides/notesSlide4.xml" Id="R99cf93c3bbe1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032ac9bec4728" /><Relationship Type="http://schemas.openxmlformats.org/officeDocument/2006/relationships/image" Target="/ppt/media/image3.jpeg" Id="R4c2ccad3cd274590" /><Relationship Type="http://schemas.openxmlformats.org/officeDocument/2006/relationships/image" Target="/ppt/media/image4.jpeg" Id="R609d1c0f6c114e68" /><Relationship Type="http://schemas.openxmlformats.org/officeDocument/2006/relationships/notesSlide" Target="/ppt/notesSlides/notesSlide5.xml" Id="Radeaa676fcc449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605e057644e23" /><Relationship Type="http://schemas.openxmlformats.org/officeDocument/2006/relationships/image" Target="/ppt/media/image5.jpeg" Id="Rd0555c85500c478f" /><Relationship Type="http://schemas.openxmlformats.org/officeDocument/2006/relationships/image" Target="/ppt/media/image6.jpeg" Id="Raa185fb5c5e74ea2" /><Relationship Type="http://schemas.openxmlformats.org/officeDocument/2006/relationships/notesSlide" Target="/ppt/notesSlides/notesSlide6.xml" Id="R67756742b24548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526bffd864871" /><Relationship Type="http://schemas.openxmlformats.org/officeDocument/2006/relationships/image" Target="/ppt/media/image7.jpeg" Id="R8e5fe470b9f84352" /><Relationship Type="http://schemas.openxmlformats.org/officeDocument/2006/relationships/notesSlide" Target="/ppt/notesSlides/notesSlide7.xml" Id="Rbfd16970472d40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1d260dd454b00" /><Relationship Type="http://schemas.openxmlformats.org/officeDocument/2006/relationships/image" Target="/ppt/media/image8.jpeg" Id="R4f5a7f3bdc754369" /><Relationship Type="http://schemas.openxmlformats.org/officeDocument/2006/relationships/notesSlide" Target="/ppt/notesSlides/notesSlide8.xml" Id="R2a15b379f4a240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6a8ff2c24c4871" /><Relationship Type="http://schemas.openxmlformats.org/officeDocument/2006/relationships/image" Target="/ppt/media/image9.jpeg" Id="Rb1e05d9a44194961" /><Relationship Type="http://schemas.openxmlformats.org/officeDocument/2006/relationships/notesSlide" Target="/ppt/notesSlides/notesSlide9.xml" Id="R54fa7e8e87ff42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5e967e8e440a5" /><Relationship Type="http://schemas.openxmlformats.org/officeDocument/2006/relationships/image" Target="/ppt/media/image10.jpeg" Id="R9f6196862dea41d2" /><Relationship Type="http://schemas.openxmlformats.org/officeDocument/2006/relationships/image" Target="/ppt/media/image11.jpeg" Id="Rd29f37d200244d6d" /><Relationship Type="http://schemas.openxmlformats.org/officeDocument/2006/relationships/notesSlide" Target="/ppt/notesSlides/notesSlide10.xml" Id="Rf6493816409047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3d65876c4403d" /><Relationship Type="http://schemas.openxmlformats.org/officeDocument/2006/relationships/image" Target="/ppt/media/image12.jpeg" Id="Rd5334926a6ca4a50" /><Relationship Type="http://schemas.openxmlformats.org/officeDocument/2006/relationships/image" Target="/ppt/media/image13.jpeg" Id="R4e7998aabd894478" /><Relationship Type="http://schemas.openxmlformats.org/officeDocument/2006/relationships/notesSlide" Target="/ppt/notesSlides/notesSlide11.xml" Id="R3afa6f44a4bc4e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4954f7f1d4833" /><Relationship Type="http://schemas.openxmlformats.org/officeDocument/2006/relationships/image" Target="/ppt/media/image14.jpeg" Id="Rb82f97c106fd4bb9" /><Relationship Type="http://schemas.openxmlformats.org/officeDocument/2006/relationships/image" Target="/ppt/media/image15.jpeg" Id="R6c63ec4147fe406a" /><Relationship Type="http://schemas.openxmlformats.org/officeDocument/2006/relationships/notesSlide" Target="/ppt/notesSlides/notesSlide12.xml" Id="R760f6e8d4e244c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7f745bf5694c42" /><Relationship Type="http://schemas.openxmlformats.org/officeDocument/2006/relationships/image" Target="/ppt/media/image16.jpeg" Id="Ra1f758186ecd4548" /><Relationship Type="http://schemas.openxmlformats.org/officeDocument/2006/relationships/notesSlide" Target="/ppt/notesSlides/notesSlide13.xml" Id="R9abf889e12534f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e61ae9f644553" /><Relationship Type="http://schemas.openxmlformats.org/officeDocument/2006/relationships/image" Target="/ppt/media/image17.jpeg" Id="R59e0252193e24d0a" /><Relationship Type="http://schemas.openxmlformats.org/officeDocument/2006/relationships/notesSlide" Target="/ppt/notesSlides/notesSlide14.xml" Id="Rec0314199db249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82f3e779c4b7d" /><Relationship Type="http://schemas.openxmlformats.org/officeDocument/2006/relationships/image" Target="/ppt/media/image18.jpeg" Id="R410c8b81a7e9410f" /><Relationship Type="http://schemas.openxmlformats.org/officeDocument/2006/relationships/image" Target="/ppt/media/image19.jpeg" Id="Rfeea7eeac3594ffd" /><Relationship Type="http://schemas.openxmlformats.org/officeDocument/2006/relationships/notesSlide" Target="/ppt/notesSlides/notesSlide15.xml" Id="R1d2b5e6503a942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eb2490f804f52" /><Relationship Type="http://schemas.openxmlformats.org/officeDocument/2006/relationships/image" Target="/ppt/media/image20.jpeg" Id="R22d457e782934a41" /><Relationship Type="http://schemas.openxmlformats.org/officeDocument/2006/relationships/image" Target="/ppt/media/image21.jpeg" Id="Raa020fe93ed84bcd" /><Relationship Type="http://schemas.openxmlformats.org/officeDocument/2006/relationships/notesSlide" Target="/ppt/notesSlides/notesSlide16.xml" Id="R3fb35be6485749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770d59cb14b61" /><Relationship Type="http://schemas.openxmlformats.org/officeDocument/2006/relationships/image" Target="/ppt/media/image22.jpeg" Id="R948851e7b8b246ee" /><Relationship Type="http://schemas.openxmlformats.org/officeDocument/2006/relationships/image" Target="/ppt/media/image23.jpeg" Id="R66913ec545414ad4" /><Relationship Type="http://schemas.openxmlformats.org/officeDocument/2006/relationships/notesSlide" Target="/ppt/notesSlides/notesSlide17.xml" Id="R43d93ebf70a645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2a395334644fb" /><Relationship Type="http://schemas.openxmlformats.org/officeDocument/2006/relationships/image" Target="/ppt/media/image24.jpeg" Id="Rffdceab23ad14ddf" /><Relationship Type="http://schemas.openxmlformats.org/officeDocument/2006/relationships/image" Target="/ppt/media/image25.jpeg" Id="Rd3de738e412b4e4b" /><Relationship Type="http://schemas.openxmlformats.org/officeDocument/2006/relationships/notesSlide" Target="/ppt/notesSlides/notesSlide18.xml" Id="Rb8109c05d72b40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3ebff018c4959" /><Relationship Type="http://schemas.openxmlformats.org/officeDocument/2006/relationships/image" Target="/ppt/media/image26.jpeg" Id="Re59fbdadc29f4d0e" /><Relationship Type="http://schemas.openxmlformats.org/officeDocument/2006/relationships/image" Target="/ppt/media/image27.jpeg" Id="R4baa646e04504550" /><Relationship Type="http://schemas.openxmlformats.org/officeDocument/2006/relationships/notesSlide" Target="/ppt/notesSlides/notesSlide19.xml" Id="R9481f5d767aa4d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35f9f5ee7444b" /><Relationship Type="http://schemas.openxmlformats.org/officeDocument/2006/relationships/image" Target="/ppt/media/image28.jpeg" Id="R01d7b68003d34210" /><Relationship Type="http://schemas.openxmlformats.org/officeDocument/2006/relationships/image" Target="/ppt/media/image29.jpeg" Id="R744cdf38e5e34b61" /><Relationship Type="http://schemas.openxmlformats.org/officeDocument/2006/relationships/notesSlide" Target="/ppt/notesSlides/notesSlide20.xml" Id="R5622da9cf5fc46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538ea44a14fb7" /><Relationship Type="http://schemas.openxmlformats.org/officeDocument/2006/relationships/image" Target="/ppt/media/image30.jpeg" Id="R640bd5e2563745f4" /><Relationship Type="http://schemas.openxmlformats.org/officeDocument/2006/relationships/image" Target="/ppt/media/image31.jpeg" Id="R25db2cc1ee874a60" /><Relationship Type="http://schemas.openxmlformats.org/officeDocument/2006/relationships/notesSlide" Target="/ppt/notesSlides/notesSlide21.xml" Id="Rf917b637d78848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79b1e9bd24414" /><Relationship Type="http://schemas.openxmlformats.org/officeDocument/2006/relationships/image" Target="/ppt/media/image32.jpeg" Id="R5efd0eb02a8f4844" /><Relationship Type="http://schemas.openxmlformats.org/officeDocument/2006/relationships/image" Target="/ppt/media/image33.jpeg" Id="R372b844bfc2048e2" /><Relationship Type="http://schemas.openxmlformats.org/officeDocument/2006/relationships/notesSlide" Target="/ppt/notesSlides/notesSlide22.xml" Id="R5075b2dea4e942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6c465dfaf404e" /><Relationship Type="http://schemas.openxmlformats.org/officeDocument/2006/relationships/image" Target="/ppt/media/image34.jpeg" Id="R960e8cc8fbe04b82" /><Relationship Type="http://schemas.openxmlformats.org/officeDocument/2006/relationships/image" Target="/ppt/media/image35.jpeg" Id="Rdcbe735e0e48426d" /><Relationship Type="http://schemas.openxmlformats.org/officeDocument/2006/relationships/notesSlide" Target="/ppt/notesSlides/notesSlide23.xml" Id="R0ade6d4862a64d2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ef82039d54867" /><Relationship Type="http://schemas.openxmlformats.org/officeDocument/2006/relationships/notesSlide" Target="/ppt/notesSlides/notesSlide24.xml" Id="Rdd33ab38e604449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c2aef13934f79" /><Relationship Type="http://schemas.openxmlformats.org/officeDocument/2006/relationships/notesSlide" Target="/ppt/notesSlides/notesSlide25.xml" Id="R0b6fb8cb269141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A116E-272E-4111-91CD-79D68667A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6ca535cb84836"/>
          <a:stretch xmlns:a="http://schemas.openxmlformats.org/drawingml/2006/main"/>
        </p:blipFill>
        <p:spPr>
          <a:xfrm xmlns:a="http://schemas.openxmlformats.org/drawingml/2006/main">
            <a:off x="7753350" y="1810303"/>
            <a:ext cx="6496050" cy="485664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EFE18-ED81-4D62-B62E-5EE1B82D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600" b="0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6600" b="0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6600" b="0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 A C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B3CEC-F2E3-494F-B4F8-086C5228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내 학습의 속도를 계획하다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154CF-9929-4D26-90EE-125DA952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나의 앱 프로젝트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4BF7C-B74E-432C-8E8C-BDD97DB4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86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2026.10.12 · 부산 알레프 A반 · 김라연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9BD94-4FC5-46DD-AAEF-21AAFF6D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 / 25</a:t>
            </a:r>
          </a:p>
        </p:txBody>
      </p:sp>
    </p:spTree>
    <p:extLst>
      <p:ext uri="{BB962C8B-B14F-4D97-AF65-F5344CB8AC3E}">
        <p14:creationId xmlns:p14="http://schemas.microsoft.com/office/powerpoint/2010/main" val="2124272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F9A9B-CCDF-4247-A1AD-455286BF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6063D-38C6-44CE-8C28-3AB7FDBF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381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만든 이유와 확인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2302D-9345-43C5-B222-98D0111C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381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C9FC8-709A-46EA-816A-9B8BE0DD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2656"/>
            <a:ext cx="1331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만든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81B72-6E27-4800-86D5-521F23F1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3181"/>
            <a:ext cx="133159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강의와 기출문제는 많고, 매일 공부할 시간은 다릅니다. 남은 학습량을 날짜별 계획으로 연결하고 싶었습니다.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1B8FB-183E-4EF7-9333-4B29CA73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381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0EEFD-1E0E-4148-965E-6CDF1394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1406"/>
            <a:ext cx="1331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이번에 만든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F3050-3886-4C47-84B6-EF6E28A1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1931"/>
            <a:ext cx="133159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자료 등록 → 가능시간 설정 → 자동 분배 → 완료 기록을 한 앱에서 관리하는 PACE를 만들었습니다.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FC915-534C-47ED-B1E3-BB4400BA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381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7EA3E-5599-4B4F-92C3-3950B8BD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7331"/>
            <a:ext cx="1331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3단계로 직접 확인하기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1C37A-26CB-4CC0-B292-5E81F94C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07856"/>
            <a:ext cx="13315950" cy="105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① 시작하기 — 결과물 URL에 접속해 ‘로그인 없이 시작하기’를 선택합니다.</a:t>
            </a:r>
          </a:p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② 백업 불러오기 — ‘설정 → 데이터 관리’에서 첨부 JSON을 선택하고, 요약·동의 확인 후 가져옵니다.</a:t>
            </a:r>
          </a:p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③ 기능 확인 — 일정·학습 항목·학습 계획에서 예정시간과 완료 기록을, 화면 설정에서 테마·요일을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C946A-0155-444A-B199-63E9673E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2 / 25</a:t>
            </a:r>
          </a:p>
        </p:txBody>
      </p:sp>
    </p:spTree>
    <p:extLst>
      <p:ext uri="{BB962C8B-B14F-4D97-AF65-F5344CB8AC3E}">
        <p14:creationId xmlns:p14="http://schemas.microsoft.com/office/powerpoint/2010/main" val="1367753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6DE73-89B8-463A-A281-373402FE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2244A-EEB4-4FD6-9BA2-F80BCF9B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381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AI에게 맡긴 일과 내가 판단한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394B6-3EBC-4502-B265-DE9C517B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381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9040E-FC8E-4BA5-A42C-31616DA8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9819"/>
            <a:ext cx="1331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AI에게 맡긴 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3D419-915C-4188-85B1-C76DB671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0344"/>
            <a:ext cx="133159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기능 구현, 코드 검토, 오류 수정, 자동 테스트·빌드 확인과 문서·제출자료 초안 작성을 맡겼습니다.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73D59-799C-45FF-B049-E7FF83F5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381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C339A-2C84-4F1B-9D8D-04603D61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9569"/>
            <a:ext cx="1331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내가 판단한 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08FB7-B986-433D-AD3D-D4F4986B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60094"/>
            <a:ext cx="133159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필요한 기능과 저장 범위, 확인 절차를 결정했습니다. 직접 사용하며 색상·간격·문구와 태블릿 보기 방식을 수정 요청했습니다.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1EF63-3D68-4EEB-B5A3-4080C79F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381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13AF0-650C-4D89-81F1-86EE7021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79319"/>
            <a:ext cx="1331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협업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8A363-BC6B-4494-805C-2FB0250D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69844"/>
            <a:ext cx="133159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실제 사용 화면을 보고 문제를 전달하고, 수정 결과를 확인하며 반복적으로 개선했습니다.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245D2-B5FD-4E8B-99F8-0F6B847C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3 / 25</a:t>
            </a:r>
          </a:p>
        </p:txBody>
      </p:sp>
    </p:spTree>
    <p:extLst>
      <p:ext uri="{BB962C8B-B14F-4D97-AF65-F5344CB8AC3E}">
        <p14:creationId xmlns:p14="http://schemas.microsoft.com/office/powerpoint/2010/main" val="323643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1D896-0530-4D75-81C3-3D3760C4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0C6AD-6143-4C56-9E3F-A14369A1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일정과 학습을 한 화면에서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1FA32-62DE-4F37-B137-6C941E759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b029012a84c1d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9886950" cy="556140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96255-1B21-4506-A5F8-04D8D170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31" y="212390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97823-00B2-40FA-A486-D01CF06B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261794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8ACD5-7B50-446A-801B-658E3AD7226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013984" y="2124385"/>
            <a:ext cx="1986915" cy="494038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4C7E1-19A9-4B48-9C0A-BB2CEE9A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883" y="20767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84DE8-83B1-482F-A4C1-B768ED11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00025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A22DF-4F5F-4A18-A422-D0F0267F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152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일정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68CCA-F2F5-41A1-AE7C-E9FDFECE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54317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학습·시험·목표·개인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일정을 색상으로 구분합니다.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7535D-4683-4D63-8E39-19D2B53E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641" y="217952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215F6-F0E3-4345-8E3F-D8BA000F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0447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01C83-E505-44C8-8A6F-9C193FE8667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36594" y="2179999"/>
            <a:ext cx="3964305" cy="1865269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1AF6B-F2E8-4C28-B080-00F8AAC1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493" y="213237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0320F-E0DC-42C6-A0CD-DDD3CD23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709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F4EC4-0580-4AED-9655-4312A1A7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57949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날짜 탐색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21D25-BA6B-442A-82BB-49C1A95E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97002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월 이동, 오늘 이동과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날짜 선택을 지원합니다.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0C8A7-DDFF-4D99-A9C7-93DBC277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080" y="39035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515E2-0157-41CE-9955-17716A22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47163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F06B8-64C3-45A1-867B-9128C10DF0D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401033" y="3904036"/>
            <a:ext cx="9599866" cy="156807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D19CF9-77DD-4D46-A4B3-895E0122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931" y="385641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44426-AAD6-443C-BAA5-C05D4F80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85394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22B97-6F39-48F1-B3D0-B313C58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00634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오늘의 학습·필터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FF392-BA49-47BF-9413-34909639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39686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오늘의 배정 목록과 예정시간을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보고, 자격증별 일정을 선택합니다.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F7EE2-6D62-453F-BADA-14DDF367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4 / 25</a:t>
            </a:r>
          </a:p>
        </p:txBody>
      </p:sp>
    </p:spTree>
    <p:extLst>
      <p:ext uri="{BB962C8B-B14F-4D97-AF65-F5344CB8AC3E}">
        <p14:creationId xmlns:p14="http://schemas.microsoft.com/office/powerpoint/2010/main" val="1997482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F49CB8-5E6D-4A9B-BC09-22DA9D20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44822-A31D-48D6-BDCC-584A3CF2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자격증과 시험일 관리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E9F0D-92B7-47B4-8D97-07BFECD9B6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ccad3cd274590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B7605-81D3-4594-A81A-7C4D2D94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F9A34-8C02-45EF-AF28-9417F01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057" y="2544485"/>
            <a:ext cx="996236" cy="892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3ECB3-D8E7-40BC-AAE0-9FDFEBAA78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d1c0f6c114e68"/>
          <a:stretch xmlns:a="http://schemas.openxmlformats.org/drawingml/2006/main"/>
        </p:blipFill>
        <p:spPr>
          <a:xfrm xmlns:a="http://schemas.openxmlformats.org/drawingml/2006/main">
            <a:off x="4136332" y="2114550"/>
            <a:ext cx="6252961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C62A8-A367-4D95-A17E-5DCC216B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332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5B85D-75AA-4CAA-935E-035BBC20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757" y="2085975"/>
            <a:ext cx="6310111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43205-15D2-4414-A185-ACBFD5DD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392" y="32380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6ECC1-524C-4B66-B9C8-03493981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2380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14065-5BEF-4984-82C8-978596E4112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325345" y="3238501"/>
            <a:ext cx="4675554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AF1E8-36EF-415E-98AA-B564B1FE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243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B7930-C9D9-4CE5-81A3-0CAFC65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620328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0BD64-1669-498B-917C-FCD6299F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772728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여러 자격증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40E69-0AD2-4DC9-BE5D-5E075AAC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163253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자격증을 등록하고 각각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시험일을 관리합니다.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6A861-6768-4C51-BCA7-201AE0FD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284" y="329422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0E3A0-E0E2-4BC8-B483-66E904AE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6648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2646A-587E-42E2-8BDB-96AA51A6161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64237" y="3294698"/>
            <a:ext cx="1736662" cy="1370648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F92B5-5946-4327-BEC8-2C912A2A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135" y="324707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C9C1-2177-4659-AAAE-2599CEBA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047173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CD0BA-FCB3-4075-9D64-28E9A744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199573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직접 관리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A77CA-575C-4ADC-B451-6BD5F3F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590098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자격증 이름과 시험일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수정·삭제를 지원합니다.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81495-A9FF-489C-A9A2-70BE26DD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984" y="65536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11C20-BAD3-4A51-AA5B-8A965F28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55367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3CA74-499E-43A9-B436-70934B743BDB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75937" y="6554153"/>
            <a:ext cx="3424962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668BB-1640-4E13-90AE-19F98172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836" y="65065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C8E115-F1BD-46E4-AFE5-D93D83D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93598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8D4CF7-9105-48F9-9676-8FBE1648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08838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시험일 미정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0DFCF-F29E-4B16-AA31-5D660ABA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890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날짜 없이도 등록하여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학습을 시작할 수 있습니다.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09275-F1AF-4D0A-A73F-E1C479DD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5 / 25</a:t>
            </a:r>
          </a:p>
        </p:txBody>
      </p:sp>
    </p:spTree>
    <p:extLst>
      <p:ext uri="{BB962C8B-B14F-4D97-AF65-F5344CB8AC3E}">
        <p14:creationId xmlns:p14="http://schemas.microsoft.com/office/powerpoint/2010/main" val="1896076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C88D6-E022-4E2A-95FA-38B034FF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D1A1C-ABC5-4F51-89D5-90168C3E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목표를 학습 계획에 연결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F25C2-E447-4474-B1E5-72A53D611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55c85500c478f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2E527-781C-4F93-9F59-BEEBE5CE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250D4-64EF-4F5C-BA35-BDDC444F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872" y="2505670"/>
            <a:ext cx="918607" cy="802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561C4-F340-4BE7-A5F0-28AD0E9CB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85fb5c5e74ea2"/>
          <a:stretch xmlns:a="http://schemas.openxmlformats.org/drawingml/2006/main"/>
        </p:blipFill>
        <p:spPr>
          <a:xfrm xmlns:a="http://schemas.openxmlformats.org/drawingml/2006/main">
            <a:off x="4057799" y="2114550"/>
            <a:ext cx="6410027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D18D4-C34D-44AF-A591-9B21AC26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799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E8B8A-8C69-445B-B6A6-48C13246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224" y="2085975"/>
            <a:ext cx="6467177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A7AC9-F8CF-4CD4-91A1-69A17035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334" y="554212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11E42-FE5D-41BC-B2F4-490AC2A9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39912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B9D8D-D3EE-44F4-BF03-74DB51F91AD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622287" y="4399598"/>
            <a:ext cx="4378612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4B39B-C938-4EBF-9925-253F321E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185" y="549497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6A927-DFA9-4D31-86DA-FDC6AE29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8142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31C7C-5D2A-4110-B123-C2470BF5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9338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세부 목표 일정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3350D-3C89-4716-97CE-B89698B4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32435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1회독 완료처럼 중간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목표를 날짜로 관리합니다.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BBC7C-AE28-4315-A090-1B82B6AE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832" y="582310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70AAC-037A-4596-B13F-F83F7522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69071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2E303-DD45-43C9-BD6C-620BB2B65338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301785" y="5691188"/>
            <a:ext cx="4699114" cy="132398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7E01F-D38E-4235-B5B7-12915335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683" y="57759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38AF0-270B-4E19-BF21-7540F1F3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208270"/>
            <a:ext cx="3581400" cy="965835"/>
          </a:xfrm>
          <a:prstGeom xmlns:a="http://schemas.openxmlformats.org/drawingml/2006/main" prst="roundRect">
            <a:avLst>
              <a:gd name="adj" fmla="val 7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71369E-DA55-4463-A686-F4D58E2F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36067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이정표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78A10-6601-4BF0-9B9C-C586AE5A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751195"/>
            <a:ext cx="3238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목표일까지 끝낼 학습 분류를 선택합니다.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E31D6-02DB-4B9C-86CB-A12F884E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144" y="722804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1FE13-BFC7-4576-A09B-31BAE203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98230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09D22B-73E2-4E2E-999A-A55DF09AF25F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9058097" y="6982778"/>
            <a:ext cx="1942802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2CB4C-D430-4CEE-BE29-F2A2B937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995" y="718089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FC2DF-8BA0-4B6A-8385-923BBC37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6460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8F2FA-5431-413A-9609-33CE187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51700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변경 후 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05E95-837B-4FA2-81A0-134E55BF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90753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이름·시험일·목표를 검토한 뒤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저장하며, 취소하면 적용하지 않습니다.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FCFECF-73E9-40E9-B845-88D198AF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6 / 25</a:t>
            </a:r>
          </a:p>
        </p:txBody>
      </p:sp>
    </p:spTree>
    <p:extLst>
      <p:ext uri="{BB962C8B-B14F-4D97-AF65-F5344CB8AC3E}">
        <p14:creationId xmlns:p14="http://schemas.microsoft.com/office/powerpoint/2010/main" val="1362858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FD7AC3-5A83-43BD-89D7-A1722FAF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BB144-0DE1-4A0B-B260-A47AE7EB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강의 목차를 학습 항목으로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A2D17-7B36-49CA-8278-B6A4E5599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fe470b9f84352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9886950" cy="556140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F7499-43AF-4204-929B-3336FFCA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729" y="34030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D014C-0DC5-40B2-8E50-370A0A4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4030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98B73-87CD-42D3-AB2F-EB4900A4C7B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454682" y="3403509"/>
            <a:ext cx="5546217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BE0A9-B328-44B6-AAAD-BA219FD9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581" y="3355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A25EB-8F97-4DAD-9C2F-5D9B5EFE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785336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1CE12-CB9C-4064-9249-2F0C6440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937736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텍스트 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43EE8-EACC-40A4-8EF7-AA6B70CE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328261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붙여넣은 목차에서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번호·제목·시간을 추출합니다.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D885E-AA39-40DF-B25D-D788A08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720" y="426505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10F78-89BB-4A01-B525-E9FE179C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8298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7F7BA-DB32-4192-8AFE-EBD2E7ACECE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67673" y="4265528"/>
            <a:ext cx="4933226" cy="564826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EC903-739E-4E7D-A1F4-F9B4B778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571" y="421790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370BA-1703-4B86-B2A4-664F9D4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212181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43DDB-E458-4089-BF63-F06EF91D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364581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명시적 등록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FB78B-9E27-4571-A676-9FBF51DF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755106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등록 버튼을 누른 항목만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실제 저장합니다.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11937-36E3-4F93-8575-7A5C708C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65" y="4904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C1D9C-92EC-4DDC-9916-940888D3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25672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D8840-0E02-40C5-A957-87EA5905946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367118" y="4905090"/>
            <a:ext cx="6633781" cy="1352109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7156F-D433-43A8-8C92-AC7337C0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485746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EE37B-1BC3-4EAA-BA15-D7B6C1CA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639026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3D13B-F826-4328-93A5-77FE84CC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791426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등록 전 수정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16C9E-F378-4B2E-8A60-710BC8BE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181951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미리보기에서 제목과 시간,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등록 여부를 수정합니다.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29B41-D265-4DD4-92AA-5044047F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077200"/>
            <a:ext cx="1257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캡처의 강의 목록은 등록하지 않은 더미 분석 결과입니다.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5E9EF-5ED9-4AAF-B33D-7C7BB65E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7 / 25</a:t>
            </a:r>
          </a:p>
        </p:txBody>
      </p:sp>
    </p:spTree>
    <p:extLst>
      <p:ext uri="{BB962C8B-B14F-4D97-AF65-F5344CB8AC3E}">
        <p14:creationId xmlns:p14="http://schemas.microsoft.com/office/powerpoint/2010/main" val="97471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810A0-6754-4EDB-86A2-A36F835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4852D-8B2D-4B84-88A5-C2A9DC3A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기출문제와 다양한 자료 등록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C9196-4660-4F4E-9D5A-D8CF3B3EB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a7f3bdc754369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9886950" cy="556140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CFEA2-D772-48A5-9455-4D0223BF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339" y="29358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2EBC2-F204-4FCA-945A-A1E8EF1D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29358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173A6-7A0F-4314-9FED-C290BB6F7A5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77292" y="2936351"/>
            <a:ext cx="7523607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DA2D6-8536-4933-BFF7-A9DF909A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91" y="2888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ECD7D-A9DD-497D-8BE2-9514FF3B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318178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D2F44-9242-4BAF-8321-1ED4F4F6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470578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6가지 학습 유형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6E6FA-A523-40CA-B627-0983650D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861103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강의·교재·기출문제·모의고사와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복습·기타를 지원합니다.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D5D53-B3D3-4CCC-8D52-3A6542EB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904" y="333629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6663F-6098-42A3-9616-7F8A562A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3627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94C6E-B357-4F2B-B352-A7C71DD9AC8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64857" y="3336773"/>
            <a:ext cx="6436042" cy="102642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3D21C-BD2B-4648-9429-0994F503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328914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18654-D6C1-4C7F-81AF-0817C503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45023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51BDF-AD9D-470A-AE6B-08F4BC1B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897423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범위로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AA7B1-F066-410C-85A7-B804D113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287948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연도와 회차를 선택해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여러 항목을 만듭니다.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7E540-1441-4FC7-9B43-09468A4E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999" y="565540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EE56A-B998-4C30-B491-AA261EAA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7895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8A68D-9907-4E79-80C7-5367B74DCEAE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780952" y="5655880"/>
            <a:ext cx="5219947" cy="134161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37CDF-D106-45D7-9980-D945880D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850" y="56082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5BC0B-4A9A-437C-8D1B-CDE5BB5B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171868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ED31D-9F40-4EC1-9D7E-705BE4B4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324268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회차별 예정시간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E6012-20A1-4FBC-AE28-4E9A809A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714793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예상 풀이시간을 입력하거나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비워둘 수 있습니다.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4249A-96F4-4217-8F50-DA0D1392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077200"/>
            <a:ext cx="1257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캡처의 범위 입력은 저장하지 않은 더미 미리보기입니다.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60CC1-19C9-447D-BA45-CFEE11E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8 / 25</a:t>
            </a:r>
          </a:p>
        </p:txBody>
      </p:sp>
    </p:spTree>
    <p:extLst>
      <p:ext uri="{BB962C8B-B14F-4D97-AF65-F5344CB8AC3E}">
        <p14:creationId xmlns:p14="http://schemas.microsoft.com/office/powerpoint/2010/main" val="1734971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767AF-7198-4757-B74C-C36D847B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7959A-7610-4BB4-8589-BD6C6D4B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분류별로 정리하고 수정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4D749-9772-4C56-BF02-CB03655A10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05d9a44194961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9886950" cy="556140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83819-2CF2-4C9D-B6EE-1B0656A4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132" y="26141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35A27-0A94-46A3-BD9D-882AA3B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261413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3103E-749F-489E-807E-631BA58F53A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982085" y="2614612"/>
            <a:ext cx="1018814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F3A74-97B9-4018-B446-D8FAFC84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983" y="256698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9B1F6-F7EF-45E4-9FB3-2AF2DB2A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131694"/>
            <a:ext cx="3581400" cy="965835"/>
          </a:xfrm>
          <a:prstGeom xmlns:a="http://schemas.openxmlformats.org/drawingml/2006/main" prst="roundRect">
            <a:avLst>
              <a:gd name="adj" fmla="val 7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2F53A-0F07-41D0-A238-85DE0AE1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284094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분류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11B24-94CB-49B3-B097-85B9FEC7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674619"/>
            <a:ext cx="3238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분류의 순서와 색상을 설정합니다.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46D43-299D-462C-B0D3-CB136BD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981" y="364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37614-1B59-4CEF-8F25-5E96CC65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905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B8B6D-4E30-4D74-8A1E-BFC67C03B2A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976934" y="3649652"/>
            <a:ext cx="1023965" cy="2565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D74B6-84E9-4C68-A5BD-CCCB284D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832" y="36020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4A520-DA60-425C-A599-355F473D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288029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046A3-D91A-41AA-9B6F-67C37763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440429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선택 관리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C2550-0157-4117-A458-889B13FA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830954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개별·전체 선택 삭제와 중복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등록 방지를 지원합니다.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86A86-BE30-41A8-87E4-83662951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195" y="388605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EDA3C-A54F-4853-AA37-5EEAA3D7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33257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90659-8A55-4042-8CBD-332858C40043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812148" y="3886529"/>
            <a:ext cx="1188751" cy="1446518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E77D8-2408-46F9-8AED-7BD2EB82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46" y="383890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27658-AE38-464C-B21A-6E1FFD3B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714874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86F65-C48C-4A6A-8897-3978ECE6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867274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항목 수정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B66FF-0C3C-42E7-A5F5-CFC9A80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257799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번호·제목·분류·예정시간을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직접 수정합니다.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C889B-89C3-4F27-898C-CDB10EF9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9 / 25</a:t>
            </a:r>
          </a:p>
        </p:txBody>
      </p:sp>
    </p:spTree>
    <p:extLst>
      <p:ext uri="{BB962C8B-B14F-4D97-AF65-F5344CB8AC3E}">
        <p14:creationId xmlns:p14="http://schemas.microsoft.com/office/powerpoint/2010/main" val="19797839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0A8A9-33FF-481E-B166-B704665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D2DE8-CCFB-464F-8F03-F1D2AF28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실제 공부 가능한 시간을 반영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3D605-C907-4630-8FC8-B0EEA448DC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196862dea41d2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E3FDF-7A2C-47B1-8DC4-86C25CEC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34906-294D-4C74-8C87-B155CF62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48" y="2227501"/>
            <a:ext cx="866854" cy="1526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209C3-2514-4840-9CEE-F6DFC9D1E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f37d200244d6d"/>
          <a:stretch xmlns:a="http://schemas.openxmlformats.org/drawingml/2006/main"/>
        </p:blipFill>
        <p:spPr>
          <a:xfrm xmlns:a="http://schemas.openxmlformats.org/drawingml/2006/main">
            <a:off x="5647134" y="2114550"/>
            <a:ext cx="3231356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2990-701D-440C-B187-E65C3DF4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134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586DB-3E23-4A08-85AC-CC5626B8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559" y="2085975"/>
            <a:ext cx="3288506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5B2F6-6ADA-43DC-AEF6-12A05A71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472" y="374380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0CA6A-AE86-4E70-945B-0A9DCB1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74380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62F39-5121-4B65-A405-6ECDE5E426C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86425" y="3744278"/>
            <a:ext cx="3414474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16765-6925-44C4-A09B-57259649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323" y="36966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DEFE1-9D26-44E1-AA71-99B747E4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12610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22CAA-7D2D-424D-8881-54E43CD9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27850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3가지 시간 패턴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4B65D-0A06-4B38-BD62-B93685FA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66903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매일 동일, 평일·주말,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요일별 시간을 설정합니다.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89FFF-D572-41BD-A037-CA0B4B4F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472" y="464296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3AFAA-10DC-4C6F-BE93-A59CCEE9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17064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D9912-0B82-417C-8A27-A2C446F4EF6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586425" y="4643438"/>
            <a:ext cx="3414474" cy="52768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B645E-34AA-4504-8E68-0FB2F975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323" y="45958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8EA7F-1A27-446F-8878-A0F36E39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5295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ECDCC-3F5A-435C-A6E7-1ACC3C90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705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휴식과 날짜 예외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808FC-299C-4850-82D0-216DF543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09587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정기 휴식일과 특정 날짜의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시간을 따로 지정합니다.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4C306-4B15-4C57-96D4-AC341CD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472" y="677846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51636-FB39-4F77-A460-B7BFED9B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77846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3C410-217A-4D4B-9630-A431D2FAE5D5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586425" y="6778943"/>
            <a:ext cx="3414474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F6D8D-71F5-4E07-9F72-0A61F76E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323" y="673131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6C920-6D7F-4418-8A13-1D052A91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16077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01D229-4946-43B5-A586-FC5871B1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317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적용 우선순위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5398DF-A7F1-4A35-A90D-01425CBA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70369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날짜 예외가 정기 휴식과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기본시간보다 우선합니다.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6EDD1-6A0E-4DB6-8DED-E5D9BF68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10 / 25</a:t>
            </a:r>
          </a:p>
        </p:txBody>
      </p:sp>
    </p:spTree>
    <p:extLst>
      <p:ext uri="{BB962C8B-B14F-4D97-AF65-F5344CB8AC3E}">
        <p14:creationId xmlns:p14="http://schemas.microsoft.com/office/powerpoint/2010/main" val="20807738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8DB673-876B-42E4-BDC0-326A01F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4A8AB-49F1-4721-8E52-31511F00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학습량에 맞춰 자동 분배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87408-298D-47A9-864D-B729A62052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34926a6ca4a50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74BE7-B6FE-4FD7-90EA-7DCDC4C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75A3C-717D-45C2-A8F1-DA885F8C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119" y="2233970"/>
            <a:ext cx="1022112" cy="1513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00667-4FFC-4627-8EE7-538FE6EE83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98aabd894478"/>
          <a:stretch xmlns:a="http://schemas.openxmlformats.org/drawingml/2006/main"/>
        </p:blipFill>
        <p:spPr>
          <a:xfrm xmlns:a="http://schemas.openxmlformats.org/drawingml/2006/main">
            <a:off x="5350209" y="2114550"/>
            <a:ext cx="3825208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C2543-9BB5-4CBD-BC98-93024360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209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932D0-9BC5-43AC-A17C-381C6DC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634" y="2085975"/>
            <a:ext cx="3882358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3BD6C-00C8-455B-9E59-A4920009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597" y="290083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A0CE6-E164-4CA1-9190-33FC639E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290083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09C67-0AE3-4B37-BB5A-1920867ABEA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54550" y="2901316"/>
            <a:ext cx="3546349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6FA38-F045-4FD8-8507-74F1E09C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448" y="28536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C7642-793E-49FB-AB84-68BC9974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283143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A6A6A-40BC-4BCE-8845-4FC858EB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435543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시간·개수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FAA23-E857-4419-A733-8731176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826068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시간이 있으면 가능시간과 배속,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없으면 개수 기준으로 배치합니다.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E1607-3E05-4959-9B98-57DF923A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370" y="41933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BEB87-F864-4F92-8021-A3D9F781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32768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6EC00-35A9-4672-8CBE-58A2EEA20D2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75323" y="4193858"/>
            <a:ext cx="3125576" cy="13430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9C016-2F38-4C51-80B3-921FE104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21" y="414623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4E320-47A1-41F3-9A44-C57E6B21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09988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59AB0-5EC7-4AB6-84DC-981668AC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862388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순차 또는 병행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0309A-81CC-4DAD-B626-CB73E64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252913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한 분류씩 끝내거나 하루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최대 2개 분류를 병행합니다.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83935-57B9-472B-992F-1938AA79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403" y="60478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6C934-B5AE-430B-B086-D90726B4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0478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E7EC3-0501-4AB6-996B-B207E5D6E177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487356" y="6048376"/>
            <a:ext cx="2513543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95CF77-BB7C-4660-AD7F-E1A2374F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54" y="6000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801CD-B1DB-4A36-9758-9FA3DDD4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430203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8030C7-3613-4DA2-BA84-D1D62532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582603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우선순위와 지정일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34EDC-5A33-462D-90E7-A47B59BD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973128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분류 우선순위와 시험 직전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학습 항목을 반영합니다.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3EAAB1-8BCC-46A8-AD60-57AE7232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11 / 25</a:t>
            </a:r>
          </a:p>
        </p:txBody>
      </p:sp>
    </p:spTree>
    <p:extLst>
      <p:ext uri="{BB962C8B-B14F-4D97-AF65-F5344CB8AC3E}">
        <p14:creationId xmlns:p14="http://schemas.microsoft.com/office/powerpoint/2010/main" val="1273558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A94FF-DC1F-4A33-8DC6-1C67EA76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A7F39-1291-4593-B773-7A916A47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계산 결과를 확인한 뒤 적용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53AF2-C2BE-4FF0-A0B6-4007A03EC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f97c106fd4bb9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89A4A-EB54-407C-8EFA-6B0065A3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98347-E58D-4AE8-99C1-22950B16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676" y="2149872"/>
            <a:ext cx="1254998" cy="168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98F16-0B20-4D06-8340-A1ABD5C200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3ec4147fe406a"/>
          <a:stretch xmlns:a="http://schemas.openxmlformats.org/drawingml/2006/main"/>
        </p:blipFill>
        <p:spPr>
          <a:xfrm xmlns:a="http://schemas.openxmlformats.org/drawingml/2006/main">
            <a:off x="5155406" y="2114550"/>
            <a:ext cx="4214813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4ADB6-2D4E-415B-A6BD-894B85B0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5406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3F2E1-B83E-4657-8FB6-279DF4D2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831" y="2085975"/>
            <a:ext cx="4271963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48771-3407-461F-A278-F612BB2B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818" y="301323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24252-9BF2-41A6-BC14-3B19BB76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26550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3A53A-2D2A-401A-A9A4-77649CA7464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684771" y="2655571"/>
            <a:ext cx="3316128" cy="35814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80BE2-107C-4BB3-91AB-44EBEA65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669" y="296608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E6CBB-BB70-457B-A81F-60201DB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037397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468A7-B7C3-42D1-8AF6-F52826FE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189797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목표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324B5-9C53-401D-819C-C50C4421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580322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이정표 충족 여부와 예상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완료일을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60239-5C14-454B-8870-5F7D094E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410" y="481155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3C472-6141-46CF-8391-35792A7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45341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BD627-0341-408F-9AB5-28639D664932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853363" y="4453891"/>
            <a:ext cx="3147536" cy="35814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015E7-3B6C-4175-9334-13E66454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261" y="47644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957EE-C184-4471-8A31-CABF702D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35717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BD610-F722-43D5-A533-2F8309DE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988117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날짜별 결과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D772E-3398-42A8-B697-829F6460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378642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배치 수·소요시간과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미배치 이유를 보여줍니다.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B34CDA-0900-4721-B673-BE03E2A8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817" y="734044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DE162-9B8A-4557-8BA7-7DA5C909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98230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ABB64-D85E-4C52-9633-B6FA85A4F3D8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8822770" y="6982778"/>
            <a:ext cx="2178129" cy="35814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71489-50B1-45AF-AF57-50E4D59D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668" y="729329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37EC3-8286-4653-9652-17A70F1F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6460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14F65-D8B5-4019-BF24-E16503FE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51700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적용 전 보호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9CF079-375B-49DF-9681-464B2FB9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90753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미리보기는 일정을 바꾸지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않으며 완료 기록을 유지합니다.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722B8-91FC-4D74-B6DE-1375237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12 / 25</a:t>
            </a:r>
          </a:p>
        </p:txBody>
      </p:sp>
    </p:spTree>
    <p:extLst>
      <p:ext uri="{BB962C8B-B14F-4D97-AF65-F5344CB8AC3E}">
        <p14:creationId xmlns:p14="http://schemas.microsoft.com/office/powerpoint/2010/main" val="165125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095789-E69F-484C-B5AB-4887ECA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1DA92-7580-4E2C-A711-9647177C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주간 계획과 학습 진행률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3EB21-BEE9-456C-8C20-5D769A45F4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758186ecd4548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9886950" cy="556140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67805-E145-456F-B701-64D1C695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904" y="26800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7BC51-208E-4DAE-BD37-1BDAB49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26800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BC41F-8547-4B9C-855B-F2BCD877CF7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64857" y="2680526"/>
            <a:ext cx="6436042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832C6-3B35-440A-AFED-47947C67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755" y="263290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1E496-799B-449C-BC1B-30D26042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062353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351BF-9426-4765-BC16-2295B2CC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214753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계획 계산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540F6-E5D9-45BC-A000-C3C5BFB1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605278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강의 배속·시험일·남은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시간과 학습량을 확인합니다.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97AF3-EADE-4B31-8E4C-70BE0DF0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684" y="284689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F7C40-F8ED-4622-9CDD-35996BCB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10689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6197E-9F8F-4A08-BD9A-2FE92777F6C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19637" y="2847369"/>
            <a:ext cx="2481262" cy="1260002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875E7-365F-4065-B847-24A1C875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535" y="279974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4A0DE-DD91-4451-9C1D-814DC8F8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89198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6EFF9-BCE6-4F6C-BFF3-9FBD232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641598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완료와 진행률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55D7E-329B-40D9-86F0-B2163740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032123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날짜별 완료 체크가 전체·분류별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진도에 반영됩니다.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77487-2E13-49C7-A44A-35200023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165" y="445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A0889-0FD4-4FE3-8DC1-148C86A6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53373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3ADBF-F10E-47BA-B610-800EECDD72A5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367118" y="4460177"/>
            <a:ext cx="6633781" cy="1074039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E66C7-D40F-46C8-977C-C572EDE3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441255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79D16C-0551-4766-93C7-DB5C1CB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916043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B2D51-72E6-4812-BA19-7617B997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068443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직접 날짜 조정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A5BBF-B43A-438C-89CA-C7751B4D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458968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드래그 또는 항목 메뉴의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날짜 이동을 사용합니다.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225CA-44A9-48F5-A5F2-5528F395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13 / 25</a:t>
            </a:r>
          </a:p>
        </p:txBody>
      </p:sp>
    </p:spTree>
    <p:extLst>
      <p:ext uri="{BB962C8B-B14F-4D97-AF65-F5344CB8AC3E}">
        <p14:creationId xmlns:p14="http://schemas.microsoft.com/office/powerpoint/2010/main" val="12990448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9951E-48C6-484C-94F1-C494C9A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5177D-8F28-402C-873A-24768E85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한 달의 계획을 한눈에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4CB59-7393-4F2C-A22E-5EDE209E87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0252193e24d0a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9886950" cy="556140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13E77-9E09-43F9-BFB2-CFF24CF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640" y="34030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3699C-CB5B-4DFC-A68C-666E5819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4030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8862B-1AE5-41C0-8E97-02CF90741EB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310593" y="3403509"/>
            <a:ext cx="1690306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8D561-F39E-484A-8B53-203DC2EB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491" y="3355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E8CD5-1E43-4DF8-8F4E-5165C891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785336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4BF14-39F1-4ACC-A9FD-6FBB7979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937736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기간 전환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D39F5-AA05-437F-B35A-4113046C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328261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주간·월간 전환과 이전·다음·오늘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이동을 지원합니다.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58B68-243A-4DD6-8986-43649DD6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946" y="473777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CACB6-D405-4E22-BDAC-3EA74095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8298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6DB6A-F48B-4D02-B91E-02BC650FFD8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47899" y="4738248"/>
            <a:ext cx="4953000" cy="92106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9A049-1ABB-47FD-9D8B-ED1C526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798" y="46906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C39D3-DB43-40A6-B042-C6C40FE1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212181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43762-786B-488A-8D84-C939996A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364581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월간 학습 계획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9F3B1-5D82-4366-B664-917A295B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755106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날짜별 학습 목록과 완료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상태를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FE2A4-AA18-4618-9007-58B529F1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685" y="579443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9EF74-2F74-468D-B02D-C7298A4D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25672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E8594-1E6F-4A6A-9B7E-634E9EDBAD0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245638" y="5794916"/>
            <a:ext cx="4755261" cy="46228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38825-A174-49FA-8CA8-D091E2EF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537" y="57472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6F0E2-89BF-432C-8C84-52EEA325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639026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F93D3-B490-4682-B1FD-692B90D7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791426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상세로 연결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90F91-DD9C-48B0-9E4E-922E2611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181951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날짜를 누르면 전체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학습 목록이 열립니다.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97BC0-A11C-4D37-98B2-ABD2C4CE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14 / 25</a:t>
            </a:r>
          </a:p>
        </p:txBody>
      </p:sp>
    </p:spTree>
    <p:extLst>
      <p:ext uri="{BB962C8B-B14F-4D97-AF65-F5344CB8AC3E}">
        <p14:creationId xmlns:p14="http://schemas.microsoft.com/office/powerpoint/2010/main" val="20620903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5C266B-EE25-42F7-A9FB-B6E74A90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3EDF2-A4D6-4C1F-B7BF-907441AA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날짜별 항목과 예정시간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560F2-DBEF-494B-9A64-609FAA5B3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c8b81a7e9410f"/>
          <a:stretch xmlns:a="http://schemas.openxmlformats.org/drawingml/2006/main"/>
        </p:blipFill>
        <p:spPr>
          <a:xfrm xmlns:a="http://schemas.openxmlformats.org/drawingml/2006/main">
            <a:off x="631964" y="2114550"/>
            <a:ext cx="3060423" cy="1752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13918-EADD-4AC0-900D-0AA31651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346B1-4637-4626-8AC7-6866E602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54" y="2544600"/>
            <a:ext cx="765842" cy="892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1F0DE-A8C3-436D-9742-4C75703E4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a7eeac3594ffd"/>
          <a:stretch xmlns:a="http://schemas.openxmlformats.org/drawingml/2006/main"/>
        </p:blipFill>
        <p:spPr>
          <a:xfrm xmlns:a="http://schemas.openxmlformats.org/drawingml/2006/main">
            <a:off x="4851699" y="2114550"/>
            <a:ext cx="4822228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67191-81F0-4C20-AA28-C2A66728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699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6882D-8A8B-49C4-9BA4-D8138FCA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124" y="2085975"/>
            <a:ext cx="4879378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D789A-1B33-4CEE-9715-542F253E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3448" y="259175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499D2-0293-4624-B3A2-6C13EBBF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261794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687E5-FC49-412D-B7DF-67402A9EFB7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04401" y="2592229"/>
            <a:ext cx="3496498" cy="26194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5FBEB-04D3-46C5-9D01-08BBF841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299" y="254460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5C45B-1621-43CF-AD73-3651AF1F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00025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F4FF5-7867-4F7D-8400-CE6A6CC8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152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하루 학습 요약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57895-5845-468A-9301-19A472F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54317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학습 수·완료 수와 예정시간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합계를 표시합니다.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3F877-74D7-4B8D-9D2F-604A6C0D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672" y="301323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EB2F6-3366-4964-89CE-0C3987BE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0447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C09B3-5306-4718-B190-EEC2F88F3C89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88625" y="3013710"/>
            <a:ext cx="1712274" cy="103155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000EE-DADB-4BED-B540-FF8D9A3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523" y="296608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0A66E-2355-49A5-B35A-581544CB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709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2B6BD-6B9B-4A03-B665-01379E2A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57949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개별 항목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3EA4C-60C0-4D43-8A94-2D14F07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97002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상세 목록에서 완료 체크와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항목 메뉴를 사용합니다.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12FBC-B7F9-406E-8977-1B7084E0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892" y="346281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A090F4-BDE7-4A60-B81A-E887FE2E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47163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AEFE2-FD90-4AA4-8AB2-0E3027A5185A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166845" y="3463291"/>
            <a:ext cx="3834054" cy="2008822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DF5C79-C013-49B5-875B-E781D0B9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743" y="341566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21B61-DC35-449E-B0AE-44CA0AB8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85394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DC7366-1588-4EED-951F-264AAC03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00634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제목과 시간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B3538-E58B-47FD-B658-6CCCD3A3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39686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PC 툴팁에는 전체 제목과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개별 예정시간을 표시합니다.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F9205E-0EEB-4B92-8212-1EB11128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15 / 25</a:t>
            </a:r>
          </a:p>
        </p:txBody>
      </p:sp>
    </p:spTree>
    <p:extLst>
      <p:ext uri="{BB962C8B-B14F-4D97-AF65-F5344CB8AC3E}">
        <p14:creationId xmlns:p14="http://schemas.microsoft.com/office/powerpoint/2010/main" val="16512923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6F7E1-DD0E-4D99-9320-4D66DFC4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9A4F6-0D64-4DB1-9970-E4B37BC8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화면 크기에 맞는 학습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F9745-0CD2-403E-A114-5969BBEC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태블릿 · 오늘을 가운데 둔 3일 보기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B58AA-50B1-4CA9-82FD-AD9729A767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457e782934a41"/>
          <a:stretch xmlns:a="http://schemas.openxmlformats.org/drawingml/2006/main"/>
        </p:blipFill>
        <p:spPr>
          <a:xfrm xmlns:a="http://schemas.openxmlformats.org/drawingml/2006/main">
            <a:off x="609600" y="2115603"/>
            <a:ext cx="7715250" cy="53890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BD3BB-187D-446E-A348-AFADFE2C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14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휴대폰 · 하루 보기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ED3B9-94E4-46F1-9B02-0AE5E60AD3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20fe93ed84bcd"/>
          <a:stretch xmlns:a="http://schemas.openxmlformats.org/drawingml/2006/main"/>
        </p:blipFill>
        <p:spPr>
          <a:xfrm xmlns:a="http://schemas.openxmlformats.org/drawingml/2006/main">
            <a:off x="8727833" y="2114550"/>
            <a:ext cx="2375385" cy="5143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5A239-9F26-41BF-8420-CDC9DD97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487" y="502521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12F37-D057-4042-B9DA-16CBC93F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524" y="29998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5DA4E-39E8-4676-9BDD-09BC2740411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802440" y="3000376"/>
            <a:ext cx="5627084" cy="2025312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CDB57-B215-41C7-90D5-FEA6FEA2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338" y="497806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CE22F-F029-42B1-8DC8-88FFD6EF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381250"/>
            <a:ext cx="3190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E2827-6925-4B72-93A2-6287B4B4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534603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보기 전환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22CB4-E820-42F8-B729-6F085AAA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925128"/>
            <a:ext cx="2847975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학습 일정 오른쪽에서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3일·월간 보기를 선택합니다.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71B67-89B9-487F-A97B-0E40683A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579" y="66419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3125C-720C-4126-82D5-C06FFF86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524" y="63336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387D5-4FD3-436F-A816-8DC06A7F735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393532" y="6334126"/>
            <a:ext cx="6035992" cy="3082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03996-F6EF-4C58-A302-7F7A4C9F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430" y="659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552E6-6F50-4162-A10F-825697EE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15000"/>
            <a:ext cx="3190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2523A-1DBC-43DE-985E-17C8D05A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5868353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태블릿은 3일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562D2-2A2F-436A-8159-9397E52D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258878"/>
            <a:ext cx="2847975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어제·오늘·내일을 보고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오늘을 가운데 배치합니다.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09051-5A1E-418B-B2B8-ABB1B9B1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972" y="432577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5963E-8F69-4DB1-8E99-8A7759F2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524" y="46667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ED84E-EF87-4663-9B77-963F3C68B7A6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440925" y="4326256"/>
            <a:ext cx="1988599" cy="3409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8E494-0271-473C-B86A-6EE7E45A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823" y="42786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463A9-972E-49D2-BE85-56BD34D0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048125"/>
            <a:ext cx="3190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5CE32-6F78-4391-A92A-02840256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201478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휴대폰은 하루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A45B8C-2FE4-457B-A8AD-A38B1536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92003"/>
            <a:ext cx="2847975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하루 보기와 메뉴 서랍으로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기능에 접근합니다.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F70D3D-6ADB-470D-A237-A3DD4962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077200"/>
            <a:ext cx="1257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브라우저 크기 변경으로 캡처했습니다. 실제 Safari 검증은 별도입니다.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4D039F-6CEB-482E-9A84-58B6CB2B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16 / 25</a:t>
            </a:r>
          </a:p>
        </p:txBody>
      </p:sp>
    </p:spTree>
    <p:extLst>
      <p:ext uri="{BB962C8B-B14F-4D97-AF65-F5344CB8AC3E}">
        <p14:creationId xmlns:p14="http://schemas.microsoft.com/office/powerpoint/2010/main" val="7304754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B2EAE-D8FD-4F06-B989-033B6D4F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B8287-4E4A-4C3D-8E02-865C1727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달력 시작 요일과 테마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3F236-D342-48D9-AA0F-941B05645E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851e7b8b246ee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A893D-0BEE-461B-8DEB-B4A9E0D1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8F79B-2D96-4A4F-800C-53F8AD7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40" y="2428042"/>
            <a:ext cx="1449070" cy="1125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8E09A-A2CB-42DF-8F40-BE1768F038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13ec545414ad4"/>
          <a:stretch xmlns:a="http://schemas.openxmlformats.org/drawingml/2006/main"/>
        </p:blipFill>
        <p:spPr>
          <a:xfrm xmlns:a="http://schemas.openxmlformats.org/drawingml/2006/main">
            <a:off x="4000500" y="2114550"/>
            <a:ext cx="6524625" cy="5093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4C4A3-0228-4357-8E5C-80FD73C0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C92B6-AE3B-4C5C-BA9C-D1C273CD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085975"/>
            <a:ext cx="6581775" cy="515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2A22B-473F-45BD-9466-78093BA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478" y="333658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4713B-FD7D-46DD-99F2-42525864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33658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D6079-3987-4AB7-BCE1-67A746BD560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155431" y="3337059"/>
            <a:ext cx="1845468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B64B8-E09D-4FFF-A95F-8F947567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329" y="328943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69F1C-2867-490C-8011-DF641483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718886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B2D3A-2BD1-4C5F-944B-B3CE063B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871286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요일 순서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A34C2-2D94-4D32-BE86-BE93FE05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261811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일요일·월요일 시작을 선택하면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달력 전체에 반영합니다.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31B5C-1694-456C-AC4E-7ED9F54C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478" y="4049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218D8-A642-4235-B260-1388196C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76342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069D8-06F3-45F2-995B-D69FE6B3DED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155431" y="4050190"/>
            <a:ext cx="1845468" cy="713714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61861-A1DC-4379-AF3B-300B59F7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329" y="400256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91982-FB7A-4AF7-8216-CDD1922D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145731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368F-9545-4FBF-ABDB-956E96BC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298131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3가지 테마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FE0A2-192C-426D-A08C-180FA733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688656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시스템·라이트·다크를 선택하며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모달과 입력창까지 함께 적용합니다.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FBD78-3282-4EB6-97AA-3FC1679A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261" y="57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90886-1EF8-421E-8CFE-3E0281A8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19027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CEA3D-6040-4F81-82B5-2F781FA6A042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568214" y="5782077"/>
            <a:ext cx="2432685" cy="408672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A1A30-E199-48AF-86AE-9E8EEEA5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57344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FE797F-D112-401B-A7EB-26EB1D63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572576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3F11FA-FC82-4681-B6CC-3A3B8AD8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724976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환경설정 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271FEB-343C-46B4-A7B3-34D6EC82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115501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새로고침 후 유지하며 학습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데이터와 분리합니다.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1D2D5B-D0D3-4FB4-A897-A37440F4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17 / 25</a:t>
            </a:r>
          </a:p>
        </p:txBody>
      </p:sp>
    </p:spTree>
    <p:extLst>
      <p:ext uri="{BB962C8B-B14F-4D97-AF65-F5344CB8AC3E}">
        <p14:creationId xmlns:p14="http://schemas.microsoft.com/office/powerpoint/2010/main" val="1988233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C0FA9A-7DFA-4650-843F-C24D1AFE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A9361-CEAD-4A82-AE63-D16691C7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로그인과 계정 관리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9D4E7-6503-4C7F-A82B-5CCE14AE5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ceab23ad14ddf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36096-2E8F-4C7E-BF44-19CA162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256BA-7081-4B84-B0F7-9553F16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40" y="2428042"/>
            <a:ext cx="1449070" cy="1125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1DA65-9B02-42F9-98D9-720FAB6D1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e738e412b4e4b"/>
          <a:stretch xmlns:a="http://schemas.openxmlformats.org/drawingml/2006/main"/>
        </p:blipFill>
        <p:spPr>
          <a:xfrm xmlns:a="http://schemas.openxmlformats.org/drawingml/2006/main">
            <a:off x="4000500" y="2114550"/>
            <a:ext cx="6524625" cy="5093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E399D-F24C-4955-A3A5-F989C426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A5EF6-94A4-492D-8A63-586C47D7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085975"/>
            <a:ext cx="6581775" cy="515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45405-42BA-455F-A743-53AE59F8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724" y="33875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C4DB5-38A3-4C33-8997-E89FF107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38752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939F8-19D8-4E09-983D-467F74CD102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20677" y="3387996"/>
            <a:ext cx="1780222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E91F3-F14D-48B1-A91B-7F271253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4037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41FEC-FE9F-4799-A76C-C5D0727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769824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57103-3575-4485-B5EC-EC2BF5A9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922224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비밀번호 변경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7C0F5-45DE-4594-A946-6F522A2D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312749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현재 비밀번호 재인증과 새 비밀번호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확인을 별도 모달에서 진행합니다.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8ADD4-0213-41B5-9BE9-71491106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724" y="4049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A3B41-14FB-4664-839D-A95CDD9A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81436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50401-4A87-4875-868B-BAFA76A87E70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20677" y="4050190"/>
            <a:ext cx="1780222" cy="764652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4E325-166D-4889-8CBC-C712F236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0256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B667D-A051-4E23-A917-0705997B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196669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48F1A-1EC9-4743-B9B6-76A41B46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349069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로컬 기록 가져오기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9BF2B-635E-4574-B098-A609D6F9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739594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계정이 비어 있을 때 로컬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기록을 수동으로 복사합니다.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D38C94-8847-4FCD-AF98-C78E7AAB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724" y="461002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AAE0B-715C-4705-8B18-9543314C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24121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EF339-6B96-4D41-B0F9-3D1E2A78E426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220677" y="4610506"/>
            <a:ext cx="1780222" cy="1631181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33C5A3-F03B-45E2-80D5-366A2531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5628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149BB1-EE79-4C27-A0B1-059DE5D0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623514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205BBB-21DD-4FC0-9EA4-893FAEFA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775914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동기화 재시도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1D6974-7CD9-4725-87B9-5F8A8CD3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166439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실제 상태를 안내하고 오류가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있을 때 다시 시도할 수 있습니다.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92DC7C-3ED6-4848-B511-BEBC2508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18 / 25</a:t>
            </a:r>
          </a:p>
        </p:txBody>
      </p:sp>
    </p:spTree>
    <p:extLst>
      <p:ext uri="{BB962C8B-B14F-4D97-AF65-F5344CB8AC3E}">
        <p14:creationId xmlns:p14="http://schemas.microsoft.com/office/powerpoint/2010/main" val="4829740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82E9BA-6F16-499C-B016-1A1A72CC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74E66-0EC3-43EB-A39E-DEBBE190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비밀번호 변경은 별도 모달로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466FB-5BC7-40A2-B57B-B2A692141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fbdadc29f4d0e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41AEF-A0B8-47DE-8E95-8DBFB1D8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B2B0D-6EF6-4025-A187-3B0AFA8E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315" y="2680335"/>
            <a:ext cx="685721" cy="621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8D889-48FE-4CC5-8A60-ABC2027138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a646e04504550"/>
          <a:stretch xmlns:a="http://schemas.openxmlformats.org/drawingml/2006/main"/>
        </p:blipFill>
        <p:spPr>
          <a:xfrm xmlns:a="http://schemas.openxmlformats.org/drawingml/2006/main">
            <a:off x="4171950" y="2114550"/>
            <a:ext cx="6181725" cy="561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E79D3-DB60-4F03-A644-078F19B7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F21B8-6AD0-4CA5-A37F-AF0F5FA7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85975"/>
            <a:ext cx="6238875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E11B0-EB35-4E84-9706-7B68C2F2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509" y="37999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422BF-8CAE-4A1A-80AF-172B04A3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61045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3F38F-9737-4B6F-8D66-A46139F77D7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881462" y="3610928"/>
            <a:ext cx="3119437" cy="189548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E768F-9A08-44A9-BC42-E1224B9F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FFD4B-D4D2-4893-A9E5-6746A79D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128010"/>
            <a:ext cx="3581400" cy="965835"/>
          </a:xfrm>
          <a:prstGeom xmlns:a="http://schemas.openxmlformats.org/drawingml/2006/main" prst="roundRect">
            <a:avLst>
              <a:gd name="adj" fmla="val 7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61FBB-6D25-49D2-A88D-DFB064D3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28041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현재 비밀번호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555AC-152C-44A8-B264-9AD48E4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670935"/>
            <a:ext cx="3238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기존 비밀번호로 재인증한 뒤 변경합니다.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0972F-40D4-45C8-A61D-80FC27C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509" y="582310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3D745-A3E2-46F7-BE74-76852888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63356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99281-8570-4C87-A910-869D1B23A302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881462" y="5634038"/>
            <a:ext cx="3119437" cy="189548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F5A71-A8C1-4A00-9032-9C14D106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57759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DEBC7-E56D-4046-8EC7-0F536F36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151120"/>
            <a:ext cx="3581400" cy="965835"/>
          </a:xfrm>
          <a:prstGeom xmlns:a="http://schemas.openxmlformats.org/drawingml/2006/main" prst="roundRect">
            <a:avLst>
              <a:gd name="adj" fmla="val 7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2AF78-F5A9-4422-9A6D-8112C90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30352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새 비밀번호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82B9A-96F9-4512-8639-0E0FA07C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694045"/>
            <a:ext cx="3238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8자 이상, 확인값 일치를 검사합니다.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90600-B3B8-46A3-86F3-BEA9C84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488" y="71718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06B76-4A69-447C-8DB5-75B98084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98230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B70BCD-A88B-4E0E-91E9-55D6564004D4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9241441" y="6982778"/>
            <a:ext cx="1759458" cy="189548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71B7A-0644-421D-B7B3-FDC5D820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340" y="712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38D63-AAA3-4915-AD4A-CDF3D005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6460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A78C3-03F4-4CFD-86A7-D1276B1E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51700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안전한 제출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DD1E0-7542-461D-A222-066472C7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90753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중복 제출을 막고 성공·실패를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모달 안에서 안내합니다.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BB29D-5479-40CE-A6E2-BF9F861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19 / 25</a:t>
            </a:r>
          </a:p>
        </p:txBody>
      </p:sp>
    </p:spTree>
    <p:extLst>
      <p:ext uri="{BB962C8B-B14F-4D97-AF65-F5344CB8AC3E}">
        <p14:creationId xmlns:p14="http://schemas.microsoft.com/office/powerpoint/2010/main" val="16041284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7CA92A-8D21-45DB-A7D6-417C20E0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A88A9-5C11-46CB-BDDB-49F43421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로컬 기록을 계정으로 복사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9A7B8-CC06-4764-8E01-DE324064B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7b68003d34210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9BF40-00CC-42A3-B8F1-E2EBAE06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54155-DC8B-42C5-9472-5FAE5F57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920" y="2756346"/>
            <a:ext cx="834509" cy="469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C8596-F8B3-4423-9884-9820B1F25F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cdf38e5e34b61"/>
          <a:stretch xmlns:a="http://schemas.openxmlformats.org/drawingml/2006/main"/>
        </p:blipFill>
        <p:spPr>
          <a:xfrm xmlns:a="http://schemas.openxmlformats.org/drawingml/2006/main">
            <a:off x="4000500" y="2114550"/>
            <a:ext cx="6524625" cy="366694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E42FB-E739-4361-8E99-FE0AF0D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76B16-E3A5-4B05-ADD5-ACFD5E2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085975"/>
            <a:ext cx="6581775" cy="3724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4C05C-A58C-4A30-8189-0A692114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336" y="380086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3A768-A9BF-4EE3-966F-53F804E7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80086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F6D82-6DCB-487C-BD2A-E923287873C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63289" y="3801343"/>
            <a:ext cx="373761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3F191-2528-4BBA-90A4-B9E31A33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88" y="375371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A5AF9-7571-47BB-ACE9-877E0723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18317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9F887-CD45-42A4-8A99-9EC266C6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33557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실제 기록 요약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B40BF-88B3-4812-AEE4-FF4001DF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72609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현재 로컬 학습 항목 수와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완료 수를 표시합니다.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06CE9-63D7-48BE-B4C9-EC040922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754" y="43875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E797F-0388-44AB-B20C-D8BF4BE3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22771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87FC9-84AC-4F66-BA10-1138D5F3CEC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98707" y="4388054"/>
            <a:ext cx="2302192" cy="840134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EC0BE-D898-4DF3-89AE-EE4F9703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605" y="43404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D2B52-FB13-4C68-A293-E09ACA5D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61001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B23CB-CB90-4AF4-80F1-1691640A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76241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기존 계정 보호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52D73-B639-4C8C-9B89-FD5288B5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15294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실제 계정 데이터가 있으면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복사하지 않습니다.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C162C-D55F-4984-A940-F56B7C89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709" y="504762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CB52A-5513-4DAE-80F2-97B20B23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66545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C1537-85E1-43AC-AA78-8274A3D7DF44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481662" y="5048103"/>
            <a:ext cx="1519237" cy="160693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68760-6659-42E0-AE6E-6ED2FEE6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500047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16916-EBB6-42AF-A058-DB36D701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03686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EB30B-6C2E-4A8C-A556-1C884A16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18926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수동 복사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A03F42-AA0D-4F8D-B7D4-7633A650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57978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확인 후 실행하며 기존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로컬 기록을 유지합니다.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10245-C06F-4A47-B679-9380A659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20 / 25</a:t>
            </a:r>
          </a:p>
        </p:txBody>
      </p:sp>
    </p:spTree>
    <p:extLst>
      <p:ext uri="{BB962C8B-B14F-4D97-AF65-F5344CB8AC3E}">
        <p14:creationId xmlns:p14="http://schemas.microsoft.com/office/powerpoint/2010/main" val="20797185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031EA1-984A-41F0-B84C-F540D487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7C42C-2494-42F2-BB8E-D51D59B7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JSON 백업과 검증 후 복원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AAEC8-6A02-4163-93BC-BFDAFBE704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bd5e2563745f4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BA2EF-8CD3-4879-80B1-3635A629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F9268-3310-42B7-81F7-A3CAEECC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640" y="2428042"/>
            <a:ext cx="1449070" cy="1125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8CCA6-1E7F-4D17-AB5E-757701036E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b2cc1ee874a60"/>
          <a:stretch xmlns:a="http://schemas.openxmlformats.org/drawingml/2006/main"/>
        </p:blipFill>
        <p:spPr>
          <a:xfrm xmlns:a="http://schemas.openxmlformats.org/drawingml/2006/main">
            <a:off x="4000500" y="2114550"/>
            <a:ext cx="6524625" cy="50937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825C4-B726-49F3-BA0B-BEEDEE61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F6589-4552-48A6-A28D-2BC3DA4D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085975"/>
            <a:ext cx="6581775" cy="515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4C5E6-1521-4545-B2BE-29696853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1351" y="354033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3B1C5-B80D-4BDE-AB33-B178E28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54033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69460-1A89-4665-AD39-DCA9E276DAF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02304" y="3540811"/>
            <a:ext cx="39985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501D2-1F9D-4ABE-881B-988DD7DE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203" y="349318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47447-EE46-47CB-B641-9F904475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57893"/>
            <a:ext cx="3581400" cy="965835"/>
          </a:xfrm>
          <a:prstGeom xmlns:a="http://schemas.openxmlformats.org/drawingml/2006/main" prst="roundRect">
            <a:avLst>
              <a:gd name="adj" fmla="val 7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F0B7C-3684-4659-8214-EA835ED9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210293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파일 다운로드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2F506-0460-4901-A4C7-BDD3A1FA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600818"/>
            <a:ext cx="3238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학습 기록을 JSON 파일로 백업합니다.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68B34-3511-4AE9-8C66-08D931BC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769" y="430440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4D284-E5E1-494A-BBFE-77C16F8A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69666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3A69F-5E0B-4542-9D68-27D2E2CA8AC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7722" y="4304879"/>
            <a:ext cx="2563177" cy="39226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6B7EF-C8AA-400B-A280-DBB17C91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620" y="42572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01E42-FFD8-4CC3-8E5B-7B3AF77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214228"/>
            <a:ext cx="3581400" cy="965835"/>
          </a:xfrm>
          <a:prstGeom xmlns:a="http://schemas.openxmlformats.org/drawingml/2006/main" prst="roundRect">
            <a:avLst>
              <a:gd name="adj" fmla="val 78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702E4-4E8F-4A71-8431-E61ED819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366628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검증과 미리보기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5BAA1-9625-4AA0-8EC8-3C899B5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757153"/>
            <a:ext cx="3238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파일의 구조와 데이터 요약을 확인합니다.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BA213-019A-4C63-AE25-CE6FB58B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606" y="507356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6CB03-ADB3-442A-A7F7-F2910D87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98825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49176C-2322-41E3-8870-81FC94471E8D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612559" y="5074041"/>
            <a:ext cx="5388340" cy="9146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4EBCD-7F74-4A22-963D-97870B1C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457" y="502641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3A8E8E-CC0D-44BB-B5AC-51AE7386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370563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78FC1-5810-4D60-AD95-05911244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522963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동의 후 교체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AE739-F6AC-43F0-ADD8-AF629F9E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913488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현재 저장소를 교체하며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실패 시 복원을 시도합니다.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312A22-CF69-4A1B-B8B5-6AF45BCB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077200"/>
            <a:ext cx="1257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실제 백업파일의 검증·미리보기 화면입니다. 복원은 실행하지 않았습니다.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3B1F42-D130-4B46-89FE-292C4C6F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21 / 25</a:t>
            </a:r>
          </a:p>
        </p:txBody>
      </p:sp>
    </p:spTree>
    <p:extLst>
      <p:ext uri="{BB962C8B-B14F-4D97-AF65-F5344CB8AC3E}">
        <p14:creationId xmlns:p14="http://schemas.microsoft.com/office/powerpoint/2010/main" val="2513198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1B0BA-DA3C-4421-B089-B72AAE8E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63C53-AEFB-48AE-B7CD-21C9FD9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로컬 학습 데이터만 초기화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2B36C-ABA5-4F08-8FF9-E0DB5397E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d0eb02a8f4844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FC7E6-0BE0-49BB-8920-ED48CB4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637E2-BB6B-4321-9729-73AD142F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10" y="2822654"/>
            <a:ext cx="892731" cy="336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084E1-3ACA-4FD6-BDA2-BC8AF1E22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b844bfc2048e2"/>
          <a:stretch xmlns:a="http://schemas.openxmlformats.org/drawingml/2006/main"/>
        </p:blipFill>
        <p:spPr>
          <a:xfrm xmlns:a="http://schemas.openxmlformats.org/drawingml/2006/main">
            <a:off x="4000500" y="2114550"/>
            <a:ext cx="6524625" cy="257309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F8FAC-4E39-4CF8-8793-A8AE999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4A6EE-1D3E-46AF-A5CF-108CBCC9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085975"/>
            <a:ext cx="6581775" cy="2630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6F2C1-FF75-46FB-B1AB-935873B3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231" y="260296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E1E49-B157-4938-BF94-742394A9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261794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1A671-9282-4D74-81F7-179526572DC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90184" y="2603438"/>
            <a:ext cx="1910715" cy="1498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B9251-8C19-478A-ACC9-C71E450D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083" y="255581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D6433-76BB-4FBE-9C24-D8993ACB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00025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1C582-A9DD-4641-97B9-0176CC00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152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로그인 기록 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364B5-AF21-4849-A082-11E430E1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54317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계정 캐시·클라우드·인증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정보는 보존합니다.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ACBEF-9528-4BFD-88B4-8F074CCF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829" y="304038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9D551-4CDA-435A-9ED4-AEDCFB68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04479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9F186-CA40-4882-AAFD-17A91769381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93782" y="3040864"/>
            <a:ext cx="3607117" cy="1004404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8425A-F12B-46C7-A32F-B1278E3D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29932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24924-9F9E-4282-842B-BEBC42FB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2709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59276-A556-415B-995D-005C912B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57949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삭제 범위 분리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2B52B-1F5B-4A3F-85AD-84E64216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97002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비로그인 학습 저장 키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7개만 초기화합니다.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DFD13-FD9B-453E-9F5A-253FD3F2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646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64EF0-3391-4CDD-8885-C058D1DD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47163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C4B64-540A-4385-B428-B9FFFEC204BC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154103" y="3606944"/>
            <a:ext cx="4846796" cy="1865169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48638-6B49-46D3-A978-58479934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001" y="355931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C2B2FC-F44F-4B21-B207-92BEB21B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85394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6D124-90AA-4DDE-8A83-E7C64CC0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00634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동의 후 실행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07789-C114-4CCD-87CE-70ABFADC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39686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체크 전에는 실행할 수 없고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취소 시 변경하지 않습니다.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D02AE6-5EB3-4629-B678-D16D5CB3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22 / 25</a:t>
            </a:r>
          </a:p>
        </p:txBody>
      </p:sp>
    </p:spTree>
    <p:extLst>
      <p:ext uri="{BB962C8B-B14F-4D97-AF65-F5344CB8AC3E}">
        <p14:creationId xmlns:p14="http://schemas.microsoft.com/office/powerpoint/2010/main" val="4009653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B7B537-5327-46A7-B739-D0B4C662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3627F-246D-4973-BE12-15B1F182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현재 계정의 학습 데이터 초기화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BF2D7-2A60-49DA-AEEB-83A231D1D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e8cc8fbe04b82"/>
          <a:stretch xmlns:a="http://schemas.openxmlformats.org/drawingml/2006/main"/>
        </p:blipFill>
        <p:spPr>
          <a:xfrm xmlns:a="http://schemas.openxmlformats.org/drawingml/2006/main">
            <a:off x="609600" y="2117527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3D442-ABFE-4695-824D-1C5848D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전체 화면 · 표시한 영역을 확대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D7606-516C-4290-A4F2-F2E6934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810" y="2822654"/>
            <a:ext cx="892731" cy="336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95ABD"/>
            </a:solidFill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3815B-69E5-4E14-B1F3-8EB01D893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e735e0e48426d"/>
          <a:stretch xmlns:a="http://schemas.openxmlformats.org/drawingml/2006/main"/>
        </p:blipFill>
        <p:spPr>
          <a:xfrm xmlns:a="http://schemas.openxmlformats.org/drawingml/2006/main">
            <a:off x="4000500" y="2114550"/>
            <a:ext cx="6524625" cy="257309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D9E00-793A-4CB2-8FB4-EC55FF27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52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확대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0B692-AC4C-4CBE-A4AF-7975978A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085975"/>
            <a:ext cx="6581775" cy="2630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5A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FC877-FAC6-4011-ADA3-8C280F84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336" y="304038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BAA88-0348-403E-B0B2-35522302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304038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F47B8-94F4-4C01-AD24-F3A0A8CFD06F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63289" y="3040864"/>
            <a:ext cx="373761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6A393-2504-4C5F-BFB7-0D2277BB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188" y="29932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ACB14-4F02-4B56-971E-09785991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42269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177BD-8287-47A0-B97F-25D89DD0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57509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현재 사용자만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09685-7D5B-4E3A-9616-296030BB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96561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학습 snapshot을 비우며 Auth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계정과 로컬 기록은 유지합니다.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C53B5-7658-43EA-8B61-20F7659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646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C48F4-CBBE-41E6-8F52-4D12FA2A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4467232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08BF5-EADC-40EC-A191-833E3EBDA888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154103" y="3606944"/>
            <a:ext cx="4846796" cy="86076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EB7CE-9377-4042-A314-042D91E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001" y="355931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B8878-C06D-41D9-9FB1-7BFF129B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49535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E1BD0-D962-445D-894C-8247F67E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00193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재업로드 보호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7C317-8C6F-4693-920B-30D1BC04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392460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계정 캐시와 대기 요청이 이전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기록을 올리지 않도록 처리합니다.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0663C-2FF5-4A9B-A1BB-F3BDD920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424974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58611-E17A-4BAF-9E9A-0E3CA4C3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899" y="5894077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2F90E-47E3-4B49-8635-EC71B0D29909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416416" y="4250217"/>
            <a:ext cx="1584483" cy="164433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95ABD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F73C1-D7BC-420A-9FF7-90EC43AC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314" y="42025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AB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D9AB2A-B6BF-4BEC-B1FF-D3ADB7B6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276380"/>
            <a:ext cx="3581400" cy="1236345"/>
          </a:xfrm>
          <a:prstGeom xmlns:a="http://schemas.openxmlformats.org/drawingml/2006/main" prst="roundRect">
            <a:avLst>
              <a:gd name="adj" fmla="val 6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DB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3DFF17-A052-49E0-8A47-B04CFA44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42878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서버 결과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0C818-1E54-4276-B0FD-0039E632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819305"/>
            <a:ext cx="32385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RPC와 revision 검사를</a:t>
            </a:r>
          </a:p>
          <a:p xmlns:a="http://schemas.openxmlformats.org/drawingml/2006/main">
            <a:pPr>
              <a:def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거쳐 성공을 확인합니다.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D086EE-65F7-45C6-B253-DCB5541A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077200"/>
            <a:ext cx="1257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삭제는 실행하지 않고 확인 모달만 캡처했습니다.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1ABA08-D9A1-48DB-9080-51E869C3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23 / 25</a:t>
            </a:r>
          </a:p>
        </p:txBody>
      </p:sp>
    </p:spTree>
    <p:extLst>
      <p:ext uri="{BB962C8B-B14F-4D97-AF65-F5344CB8AC3E}">
        <p14:creationId xmlns:p14="http://schemas.microsoft.com/office/powerpoint/2010/main" val="17857899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29263-E4ED-4241-B567-91882939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D53D2-A9A8-435B-AF19-2266D100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381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구현과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5DA8-C33B-42BE-AAB6-484114DA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381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2E454-AB58-4EE5-8431-15EBAD01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9819"/>
            <a:ext cx="1331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구현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A650D-45FA-4D6D-8F65-AAF172E6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0344"/>
            <a:ext cx="133159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HTML·CSS·JavaScript 모듈 / localStorage / Supabase Auth·PostgreSQL / Vercel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56644-4E74-49EC-9D23-28AED405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381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43016-D16F-46E0-BDCA-E917CDAC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9569"/>
            <a:ext cx="1331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데이터 보호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52B79-880A-44C8-B12C-AD4A1D2D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60094"/>
            <a:ext cx="133159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사용자별 저장소 분리, revision 충돌 검사, 실패 시 기록 보존과 복구 안내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D4AD7-1D02-4414-95C3-AAE2BE4C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381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A9FE7-6FE6-4504-9BA5-828F9D20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79319"/>
            <a:ext cx="1331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검증과 다음 할 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5FCD5-33C4-4AB8-98E9-F58E6BA7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69844"/>
            <a:ext cx="133159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자동 테스트 247개와 빌드 통과. 다음은 실기기 Safari·집과 학원 간 동기화 점검, 터치 예정시간 안내 개선입니다.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6293B-1F25-4BFA-A2BA-CB35519D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24 / 25</a:t>
            </a:r>
          </a:p>
        </p:txBody>
      </p:sp>
    </p:spTree>
    <p:extLst>
      <p:ext uri="{BB962C8B-B14F-4D97-AF65-F5344CB8AC3E}">
        <p14:creationId xmlns:p14="http://schemas.microsoft.com/office/powerpoint/2010/main" val="12673293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0FC0D-5655-40C5-842F-6CE5C97C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C2675-85D8-40C7-8D21-2649988A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2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B3FA4-E33A-4B84-A2B7-D089D2B9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1333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PACE · 나의 학습 속도를 만드는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F3DED-A702-4352-B016-6BFEDAEC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381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EF5F7-59DA-42F8-9B88-257EE958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1257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결과물 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04398-7F41-476D-9F06-F34B452E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1257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https://my--pace.vercel.app/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EFBD1-090B-49EA-BDC3-F7993C48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381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2DF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8CCD9-36EF-49AB-A944-F4B79207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00750"/>
            <a:ext cx="1257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95ABD"/>
                </a:solidFill>
                <a:latin typeface="Noto Sans KR"/>
                <a:ea typeface="Noto Sans KR"/>
                <a:cs typeface="Noto Sans KR"/>
              </a:rPr>
              <a:t>소스 저장소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9EB79-1C47-47FD-BEF6-010D21E2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00800"/>
            <a:ext cx="1257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02E38"/>
                </a:solidFill>
                <a:latin typeface="Noto Sans KR"/>
                <a:ea typeface="Noto Sans KR"/>
                <a:cs typeface="Noto Sans KR"/>
              </a:rPr>
              <a:t>https://github.com/rykim1217/ALEPH/tree/main/projects/PACE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03DEB-4BE2-4577-AF37-679244D7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24825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6571"/>
                </a:solidFill>
                <a:latin typeface="Noto Sans KR"/>
                <a:ea typeface="Noto Sans KR"/>
                <a:cs typeface="Noto Sans KR"/>
              </a:rPr>
              <a:t>25 / 25</a:t>
            </a:r>
          </a:p>
        </p:txBody>
      </p:sp>
    </p:spTree>
    <p:extLst>
      <p:ext uri="{BB962C8B-B14F-4D97-AF65-F5344CB8AC3E}">
        <p14:creationId xmlns:p14="http://schemas.microsoft.com/office/powerpoint/2010/main" val="604638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2026-10-11T17:41:16.4230000Z</dcterms:created>
  <dcterms:modified xsi:type="dcterms:W3CDTF">2026-10-11T17:41:16.4230000Z</dcterms:modified>
</coreProperties>
</file>