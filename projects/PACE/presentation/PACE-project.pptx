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c1e471e0dc41a0" /><Relationship Type="http://schemas.openxmlformats.org/officeDocument/2006/relationships/extended-properties" Target="/docProps/app.xml" Id="Rd96e11268e844366" /><Relationship Type="http://schemas.openxmlformats.org/officeDocument/2006/relationships/officeDocument" Target="/ppt/presentation.xml" Id="R74502811404442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b7aaa242b9460d"/>
  </p:sldMasterIdLst>
  <p:notesMasterIdLst>
    <p:notesMasterId xmlns:r="http://schemas.openxmlformats.org/officeDocument/2006/relationships" r:id="R9e18616f221846c2"/>
  </p:notesMasterIdLst>
  <p:sldIdLst>
    <p:sldId xmlns:r="http://schemas.openxmlformats.org/officeDocument/2006/relationships" id="256" r:id="Rcc32484e040c4909"/>
    <p:sldId xmlns:r="http://schemas.openxmlformats.org/officeDocument/2006/relationships" id="257" r:id="R260a405fbc434fc6"/>
    <p:sldId xmlns:r="http://schemas.openxmlformats.org/officeDocument/2006/relationships" id="258" r:id="R248eacad64d94733"/>
    <p:sldId xmlns:r="http://schemas.openxmlformats.org/officeDocument/2006/relationships" id="259" r:id="R06cde1b3e06e4438"/>
    <p:sldId xmlns:r="http://schemas.openxmlformats.org/officeDocument/2006/relationships" id="260" r:id="R43f2df1f37c54866"/>
    <p:sldId xmlns:r="http://schemas.openxmlformats.org/officeDocument/2006/relationships" id="261" r:id="Rd14ee866501c4e77"/>
    <p:sldId xmlns:r="http://schemas.openxmlformats.org/officeDocument/2006/relationships" id="262" r:id="Rd33d5845e3904235"/>
    <p:sldId xmlns:r="http://schemas.openxmlformats.org/officeDocument/2006/relationships" id="263" r:id="R70ed86ca50dc447f"/>
    <p:sldId xmlns:r="http://schemas.openxmlformats.org/officeDocument/2006/relationships" id="264" r:id="R5d54e7621ac14028"/>
    <p:sldId xmlns:r="http://schemas.openxmlformats.org/officeDocument/2006/relationships" id="265" r:id="Rf387a6e388fe4ead"/>
    <p:sldId xmlns:r="http://schemas.openxmlformats.org/officeDocument/2006/relationships" id="266" r:id="Re6281fc3aa4843f9"/>
    <p:sldId xmlns:r="http://schemas.openxmlformats.org/officeDocument/2006/relationships" id="267" r:id="R996d341214564597"/>
    <p:sldId xmlns:r="http://schemas.openxmlformats.org/officeDocument/2006/relationships" id="268" r:id="R880a0173ad7743ec"/>
    <p:sldId xmlns:r="http://schemas.openxmlformats.org/officeDocument/2006/relationships" id="269" r:id="R8bc25c4f747940b1"/>
    <p:sldId xmlns:r="http://schemas.openxmlformats.org/officeDocument/2006/relationships" id="270" r:id="R464ec2eb9de7487d"/>
    <p:sldId xmlns:r="http://schemas.openxmlformats.org/officeDocument/2006/relationships" id="271" r:id="R328dd8d825b94e14"/>
    <p:sldId xmlns:r="http://schemas.openxmlformats.org/officeDocument/2006/relationships" id="272" r:id="R4b58c278043a4374"/>
    <p:sldId xmlns:r="http://schemas.openxmlformats.org/officeDocument/2006/relationships" id="273" r:id="R15a850859a034721"/>
    <p:sldId xmlns:r="http://schemas.openxmlformats.org/officeDocument/2006/relationships" id="274" r:id="R12384b29eee3437c"/>
    <p:sldId xmlns:r="http://schemas.openxmlformats.org/officeDocument/2006/relationships" id="275" r:id="R09085d2892ee4179"/>
    <p:sldId xmlns:r="http://schemas.openxmlformats.org/officeDocument/2006/relationships" id="276" r:id="R6592668a8bbf475f"/>
    <p:sldId xmlns:r="http://schemas.openxmlformats.org/officeDocument/2006/relationships" id="277" r:id="R96fcd38dd3554823"/>
    <p:sldId xmlns:r="http://schemas.openxmlformats.org/officeDocument/2006/relationships" id="278" r:id="R6a58c682216349ff"/>
    <p:sldId xmlns:r="http://schemas.openxmlformats.org/officeDocument/2006/relationships" id="279" r:id="R20f572dc598d46f0"/>
    <p:sldId xmlns:r="http://schemas.openxmlformats.org/officeDocument/2006/relationships" id="280" r:id="R292bbd21bc814c95"/>
    <p:sldId xmlns:r="http://schemas.openxmlformats.org/officeDocument/2006/relationships" id="281" r:id="R725e6a3d769c4687"/>
    <p:sldId xmlns:r="http://schemas.openxmlformats.org/officeDocument/2006/relationships" id="282" r:id="R7f88add0f4684851"/>
    <p:sldId xmlns:r="http://schemas.openxmlformats.org/officeDocument/2006/relationships" id="283" r:id="R5048a58a32fb4614"/>
    <p:sldId xmlns:r="http://schemas.openxmlformats.org/officeDocument/2006/relationships" id="284" r:id="Rc06598f744b24fa0"/>
    <p:sldId xmlns:r="http://schemas.openxmlformats.org/officeDocument/2006/relationships" id="285" r:id="R4b63cd4f21f54feb"/>
    <p:sldId xmlns:r="http://schemas.openxmlformats.org/officeDocument/2006/relationships" id="286" r:id="Ref130c0d59274790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bc130a4af745c9" /><Relationship Type="http://schemas.openxmlformats.org/officeDocument/2006/relationships/slideMaster" Target="/ppt/slideMasters/slideMaster1.xml" Id="Refb7aaa242b9460d" /><Relationship Type="http://schemas.openxmlformats.org/officeDocument/2006/relationships/notesMaster" Target="/ppt/notesMasters/notesMaster1.xml" Id="R9e18616f221846c2" /><Relationship Type="http://schemas.openxmlformats.org/officeDocument/2006/relationships/presProps" Target="/ppt/presProps.xml" Id="Rab81cdae7bd9470c" /><Relationship Type="http://schemas.openxmlformats.org/officeDocument/2006/relationships/tableStyles" Target="/ppt/tableStyles.xml" Id="Rf09b3bb1273c4847" /><Relationship Type="http://schemas.openxmlformats.org/officeDocument/2006/relationships/slide" Target="/ppt/slides/slide1.xml" Id="Rcc32484e040c4909" /><Relationship Type="http://schemas.openxmlformats.org/officeDocument/2006/relationships/slide" Target="/ppt/slides/slide2.xml" Id="R260a405fbc434fc6" /><Relationship Type="http://schemas.openxmlformats.org/officeDocument/2006/relationships/slide" Target="/ppt/slides/slide3.xml" Id="R248eacad64d94733" /><Relationship Type="http://schemas.openxmlformats.org/officeDocument/2006/relationships/slide" Target="/ppt/slides/slide4.xml" Id="R06cde1b3e06e4438" /><Relationship Type="http://schemas.openxmlformats.org/officeDocument/2006/relationships/slide" Target="/ppt/slides/slide5.xml" Id="R43f2df1f37c54866" /><Relationship Type="http://schemas.openxmlformats.org/officeDocument/2006/relationships/slide" Target="/ppt/slides/slide6.xml" Id="Rd14ee866501c4e77" /><Relationship Type="http://schemas.openxmlformats.org/officeDocument/2006/relationships/slide" Target="/ppt/slides/slide7.xml" Id="Rd33d5845e3904235" /><Relationship Type="http://schemas.openxmlformats.org/officeDocument/2006/relationships/slide" Target="/ppt/slides/slide8.xml" Id="R70ed86ca50dc447f" /><Relationship Type="http://schemas.openxmlformats.org/officeDocument/2006/relationships/slide" Target="/ppt/slides/slide9.xml" Id="R5d54e7621ac14028" /><Relationship Type="http://schemas.openxmlformats.org/officeDocument/2006/relationships/slide" Target="/ppt/slides/slide10.xml" Id="Rf387a6e388fe4ead" /><Relationship Type="http://schemas.openxmlformats.org/officeDocument/2006/relationships/slide" Target="/ppt/slides/slide11.xml" Id="Re6281fc3aa4843f9" /><Relationship Type="http://schemas.openxmlformats.org/officeDocument/2006/relationships/slide" Target="/ppt/slides/slide12.xml" Id="R996d341214564597" /><Relationship Type="http://schemas.openxmlformats.org/officeDocument/2006/relationships/slide" Target="/ppt/slides/slide13.xml" Id="R880a0173ad7743ec" /><Relationship Type="http://schemas.openxmlformats.org/officeDocument/2006/relationships/slide" Target="/ppt/slides/slide14.xml" Id="R8bc25c4f747940b1" /><Relationship Type="http://schemas.openxmlformats.org/officeDocument/2006/relationships/slide" Target="/ppt/slides/slide15.xml" Id="R464ec2eb9de7487d" /><Relationship Type="http://schemas.openxmlformats.org/officeDocument/2006/relationships/slide" Target="/ppt/slides/slide16.xml" Id="R328dd8d825b94e14" /><Relationship Type="http://schemas.openxmlformats.org/officeDocument/2006/relationships/slide" Target="/ppt/slides/slide17.xml" Id="R4b58c278043a4374" /><Relationship Type="http://schemas.openxmlformats.org/officeDocument/2006/relationships/slide" Target="/ppt/slides/slide18.xml" Id="R15a850859a034721" /><Relationship Type="http://schemas.openxmlformats.org/officeDocument/2006/relationships/slide" Target="/ppt/slides/slide19.xml" Id="R12384b29eee3437c" /><Relationship Type="http://schemas.openxmlformats.org/officeDocument/2006/relationships/slide" Target="/ppt/slides/slide20.xml" Id="R09085d2892ee4179" /><Relationship Type="http://schemas.openxmlformats.org/officeDocument/2006/relationships/slide" Target="/ppt/slides/slide21.xml" Id="R6592668a8bbf475f" /><Relationship Type="http://schemas.openxmlformats.org/officeDocument/2006/relationships/slide" Target="/ppt/slides/slide22.xml" Id="R96fcd38dd3554823" /><Relationship Type="http://schemas.openxmlformats.org/officeDocument/2006/relationships/slide" Target="/ppt/slides/slide23.xml" Id="R6a58c682216349ff" /><Relationship Type="http://schemas.openxmlformats.org/officeDocument/2006/relationships/slide" Target="/ppt/slides/slide24.xml" Id="R20f572dc598d46f0" /><Relationship Type="http://schemas.openxmlformats.org/officeDocument/2006/relationships/slide" Target="/ppt/slides/slide25.xml" Id="R292bbd21bc814c95" /><Relationship Type="http://schemas.openxmlformats.org/officeDocument/2006/relationships/slide" Target="/ppt/slides/slide26.xml" Id="R725e6a3d769c4687" /><Relationship Type="http://schemas.openxmlformats.org/officeDocument/2006/relationships/slide" Target="/ppt/slides/slide27.xml" Id="R7f88add0f4684851" /><Relationship Type="http://schemas.openxmlformats.org/officeDocument/2006/relationships/slide" Target="/ppt/slides/slide28.xml" Id="R5048a58a32fb4614" /><Relationship Type="http://schemas.openxmlformats.org/officeDocument/2006/relationships/slide" Target="/ppt/slides/slide29.xml" Id="Rc06598f744b24fa0" /><Relationship Type="http://schemas.openxmlformats.org/officeDocument/2006/relationships/slide" Target="/ppt/slides/slide30.xml" Id="R4b63cd4f21f54feb" /><Relationship Type="http://schemas.openxmlformats.org/officeDocument/2006/relationships/slide" Target="/ppt/slides/slide31.xml" Id="Ref130c0d592747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ecd0e2b7994c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142467875749bb" /><Relationship Type="http://schemas.openxmlformats.org/officeDocument/2006/relationships/notesMaster" Target="/ppt/notesMasters/notesMaster1.xml" Id="R599c361a7da64b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3087122d7145f1" /><Relationship Type="http://schemas.openxmlformats.org/officeDocument/2006/relationships/notesMaster" Target="/ppt/notesMasters/notesMaster1.xml" Id="R6725d517cfd34d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1db722854547ea" /><Relationship Type="http://schemas.openxmlformats.org/officeDocument/2006/relationships/notesMaster" Target="/ppt/notesMasters/notesMaster1.xml" Id="R94799b1e19ee43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9bceddcd7d45fe" /><Relationship Type="http://schemas.openxmlformats.org/officeDocument/2006/relationships/notesMaster" Target="/ppt/notesMasters/notesMaster1.xml" Id="Rf868f02bad9647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84bb9dbc04cdc" /><Relationship Type="http://schemas.openxmlformats.org/officeDocument/2006/relationships/notesMaster" Target="/ppt/notesMasters/notesMaster1.xml" Id="R82a4fc261e45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f8f31e94794c4d" /><Relationship Type="http://schemas.openxmlformats.org/officeDocument/2006/relationships/notesMaster" Target="/ppt/notesMasters/notesMaster1.xml" Id="R5daff46bf9d846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31e71d42e7449d" /><Relationship Type="http://schemas.openxmlformats.org/officeDocument/2006/relationships/notesMaster" Target="/ppt/notesMasters/notesMaster1.xml" Id="R2c95faad98eb4c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6ab341c7174112" /><Relationship Type="http://schemas.openxmlformats.org/officeDocument/2006/relationships/notesMaster" Target="/ppt/notesMasters/notesMaster1.xml" Id="Rc0310f65cf2f4c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dd136199d0b4a1e" /><Relationship Type="http://schemas.openxmlformats.org/officeDocument/2006/relationships/notesMaster" Target="/ppt/notesMasters/notesMaster1.xml" Id="R6c36ec43666f4f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defcc073534d9e" /><Relationship Type="http://schemas.openxmlformats.org/officeDocument/2006/relationships/notesMaster" Target="/ppt/notesMasters/notesMaster1.xml" Id="Rcc522b0e905a4c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24106e0e814459" /><Relationship Type="http://schemas.openxmlformats.org/officeDocument/2006/relationships/notesMaster" Target="/ppt/notesMasters/notesMaster1.xml" Id="R022863a3d41a4f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a0519e2f7b4afd" /><Relationship Type="http://schemas.openxmlformats.org/officeDocument/2006/relationships/notesMaster" Target="/ppt/notesMasters/notesMaster1.xml" Id="R76ad6eb8ec074c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a78812c3d7409e" /><Relationship Type="http://schemas.openxmlformats.org/officeDocument/2006/relationships/notesMaster" Target="/ppt/notesMasters/notesMaster1.xml" Id="R2782f8ccea8c408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74dc76e12b4ccf" /><Relationship Type="http://schemas.openxmlformats.org/officeDocument/2006/relationships/notesMaster" Target="/ppt/notesMasters/notesMaster1.xml" Id="Ra8cd096c0ab045f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988d39ba8f4c55" /><Relationship Type="http://schemas.openxmlformats.org/officeDocument/2006/relationships/notesMaster" Target="/ppt/notesMasters/notesMaster1.xml" Id="Rf5c997acb24844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31ed62a9b114525" /><Relationship Type="http://schemas.openxmlformats.org/officeDocument/2006/relationships/notesMaster" Target="/ppt/notesMasters/notesMaster1.xml" Id="Rc1f5921a4814427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6e963b7ac164b6f" /><Relationship Type="http://schemas.openxmlformats.org/officeDocument/2006/relationships/notesMaster" Target="/ppt/notesMasters/notesMaster1.xml" Id="R13049de5d3bd44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0433ed93da54ec0" /><Relationship Type="http://schemas.openxmlformats.org/officeDocument/2006/relationships/notesMaster" Target="/ppt/notesMasters/notesMaster1.xml" Id="R25af8fe0f904402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eb8a425a78442c3" /><Relationship Type="http://schemas.openxmlformats.org/officeDocument/2006/relationships/notesMaster" Target="/ppt/notesMasters/notesMaster1.xml" Id="R6a2e328e046e438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b64f3fab12c4b59" /><Relationship Type="http://schemas.openxmlformats.org/officeDocument/2006/relationships/notesMaster" Target="/ppt/notesMasters/notesMaster1.xml" Id="Ra0ed61e34d8549d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29fbb6dea1c485a" /><Relationship Type="http://schemas.openxmlformats.org/officeDocument/2006/relationships/notesMaster" Target="/ppt/notesMasters/notesMaster1.xml" Id="R3302594f08de4f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5f8ef690adc4df8" /><Relationship Type="http://schemas.openxmlformats.org/officeDocument/2006/relationships/notesMaster" Target="/ppt/notesMasters/notesMaster1.xml" Id="Rd40f4a5f348e405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209fab83784834" /><Relationship Type="http://schemas.openxmlformats.org/officeDocument/2006/relationships/notesMaster" Target="/ppt/notesMasters/notesMaster1.xml" Id="R78d582b846e6419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f6feb277cde4d4d" /><Relationship Type="http://schemas.openxmlformats.org/officeDocument/2006/relationships/notesMaster" Target="/ppt/notesMasters/notesMaster1.xml" Id="R4166dfb6d1d84a5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1ab64894077414d" /><Relationship Type="http://schemas.openxmlformats.org/officeDocument/2006/relationships/notesMaster" Target="/ppt/notesMasters/notesMaster1.xml" Id="R79ed54f7982240f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398961ab643477a" /><Relationship Type="http://schemas.openxmlformats.org/officeDocument/2006/relationships/notesMaster" Target="/ppt/notesMasters/notesMaster1.xml" Id="R15f84ca59a00489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e7c44d1d5f14944" /><Relationship Type="http://schemas.openxmlformats.org/officeDocument/2006/relationships/notesMaster" Target="/ppt/notesMasters/notesMaster1.xml" Id="Rdf25733693cf49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6e51e3e060d4116" /><Relationship Type="http://schemas.openxmlformats.org/officeDocument/2006/relationships/notesMaster" Target="/ppt/notesMasters/notesMaster1.xml" Id="R390ef52de6e54b1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c8a5933af594b51" /><Relationship Type="http://schemas.openxmlformats.org/officeDocument/2006/relationships/notesMaster" Target="/ppt/notesMasters/notesMaster1.xml" Id="Re8e9f99e7beb451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b3adf9e9e5e4c21" /><Relationship Type="http://schemas.openxmlformats.org/officeDocument/2006/relationships/notesMaster" Target="/ppt/notesMasters/notesMaster1.xml" Id="Raf47355818644e6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5b300a6d6794771" /><Relationship Type="http://schemas.openxmlformats.org/officeDocument/2006/relationships/notesMaster" Target="/ppt/notesMasters/notesMaster1.xml" Id="Rc67304f991fc44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프로젝트 소스와 README, 2026-10-11 기준. 화면은 사용자 공개 허용을 받은 학습 기록 또는 등록하지 않은 더미 분석 결과. 실기기·실서버 검증 제한은 본문에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00dfe524427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f89d09e24142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0bdeee67aa40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9df3ac14fe4b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a99fe2dab4b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6f252ba624e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640657-8826-44E3-8AC1-F3AFB3BE6B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339D6DF-A59E-4F63-99DE-8BE3BC8AB3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B3456C2-B850-46D6-9044-A9C82BA19F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D98BF1-79B4-418C-9ED8-AD3C89E3E1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ABAE46B-447C-4031-B643-35A4988483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B52BEB-15B4-4EF2-BAA8-C339421519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4965AF-4F4B-4D8B-971E-38A1DA1DFB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756D49B-7D8D-488B-9AD0-384F178705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0165ED7-E9FB-4F24-A9A3-C34CDFE201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BF0F94-D3FC-4276-B60C-754558DD71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48d97ab49d49c5" /><Relationship Type="http://schemas.openxmlformats.org/officeDocument/2006/relationships/slideLayout" Target="/ppt/slideLayouts/slideLayout1.xml" Id="Rbf50dd7bd0084a8c" /><Relationship Type="http://schemas.openxmlformats.org/officeDocument/2006/relationships/slideLayout" Target="/ppt/slideLayouts/slideLayout2.xml" Id="R0a88df6cb2a847c5" /><Relationship Type="http://schemas.openxmlformats.org/officeDocument/2006/relationships/slideLayout" Target="/ppt/slideLayouts/slideLayout3.xml" Id="Rde75b80a34804b2e" /><Relationship Type="http://schemas.openxmlformats.org/officeDocument/2006/relationships/slideLayout" Target="/ppt/slideLayouts/slideLayout4.xml" Id="Rf5f42b1eac4e4c8a" /><Relationship Type="http://schemas.openxmlformats.org/officeDocument/2006/relationships/slideLayout" Target="/ppt/slideLayouts/slideLayout5.xml" Id="Rb17c02274b4448e0" /><Relationship Type="http://schemas.openxmlformats.org/officeDocument/2006/relationships/slideLayout" Target="/ppt/slideLayouts/slideLayout6.xml" Id="Re974c497fec04e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50dd7bd0084a8c"/>
    <p:sldLayoutId xmlns:r="http://schemas.openxmlformats.org/officeDocument/2006/relationships" id="2147483650" r:id="R0a88df6cb2a847c5"/>
    <p:sldLayoutId xmlns:r="http://schemas.openxmlformats.org/officeDocument/2006/relationships" id="2147483651" r:id="Rde75b80a34804b2e"/>
    <p:sldLayoutId xmlns:r="http://schemas.openxmlformats.org/officeDocument/2006/relationships" id="2147483652" r:id="Rf5f42b1eac4e4c8a"/>
    <p:sldLayoutId xmlns:r="http://schemas.openxmlformats.org/officeDocument/2006/relationships" id="2147483653" r:id="Rb17c02274b4448e0"/>
    <p:sldLayoutId xmlns:r="http://schemas.openxmlformats.org/officeDocument/2006/relationships" id="2147483654" r:id="Re974c497fec04e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8442dce5bc4629" /><Relationship Type="http://schemas.openxmlformats.org/officeDocument/2006/relationships/notesSlide" Target="/ppt/notesSlides/notesSlide1.xml" Id="R3ed494c4ae844d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0943aa78bb4a32" /><Relationship Type="http://schemas.openxmlformats.org/officeDocument/2006/relationships/notesSlide" Target="/ppt/notesSlides/notesSlide2.xml" Id="R43cf6df23fa444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d2f12a82524417" /><Relationship Type="http://schemas.openxmlformats.org/officeDocument/2006/relationships/notesSlide" Target="/ppt/notesSlides/notesSlide3.xml" Id="Re7841cf624bf43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8fe3d5b2e34782" /><Relationship Type="http://schemas.openxmlformats.org/officeDocument/2006/relationships/image" Target="/ppt/media/image.jpeg" Id="R72177dedeb614652" /><Relationship Type="http://schemas.openxmlformats.org/officeDocument/2006/relationships/notesSlide" Target="/ppt/notesSlides/notesSlide4.xml" Id="Rd1e9ade739c143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923333a9bd4dd6" /><Relationship Type="http://schemas.openxmlformats.org/officeDocument/2006/relationships/notesSlide" Target="/ppt/notesSlides/notesSlide5.xml" Id="R91fb218693aa46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eb2025ca0048f7" /><Relationship Type="http://schemas.openxmlformats.org/officeDocument/2006/relationships/notesSlide" Target="/ppt/notesSlides/notesSlide6.xml" Id="R48393e8295504d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fbfd5b5fb642b4" /><Relationship Type="http://schemas.openxmlformats.org/officeDocument/2006/relationships/image" Target="/ppt/media/image2.jpeg" Id="R94d39e21f3174980" /><Relationship Type="http://schemas.openxmlformats.org/officeDocument/2006/relationships/notesSlide" Target="/ppt/notesSlides/notesSlide7.xml" Id="R6cc799970e4141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4ec76b34641f9" /><Relationship Type="http://schemas.openxmlformats.org/officeDocument/2006/relationships/notesSlide" Target="/ppt/notesSlides/notesSlide8.xml" Id="Re22587d2c4524e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0f1dd9bf741b9" /><Relationship Type="http://schemas.openxmlformats.org/officeDocument/2006/relationships/notesSlide" Target="/ppt/notesSlides/notesSlide9.xml" Id="Rea69240dc13946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40e775b20f4a4e" /><Relationship Type="http://schemas.openxmlformats.org/officeDocument/2006/relationships/image" Target="/ppt/media/image3.jpeg" Id="R518a775652454997" /><Relationship Type="http://schemas.openxmlformats.org/officeDocument/2006/relationships/notesSlide" Target="/ppt/notesSlides/notesSlide10.xml" Id="R26e8a5c41fcc4e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7b0e42b78f4e6a" /><Relationship Type="http://schemas.openxmlformats.org/officeDocument/2006/relationships/notesSlide" Target="/ppt/notesSlides/notesSlide11.xml" Id="R0f2f62797f0141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a972f0a59422f" /><Relationship Type="http://schemas.openxmlformats.org/officeDocument/2006/relationships/image" Target="/ppt/media/image4.jpeg" Id="Rb8e936e394e842db" /><Relationship Type="http://schemas.openxmlformats.org/officeDocument/2006/relationships/notesSlide" Target="/ppt/notesSlides/notesSlide12.xml" Id="R05603b219d2b45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aaddf3ce414f10" /><Relationship Type="http://schemas.openxmlformats.org/officeDocument/2006/relationships/notesSlide" Target="/ppt/notesSlides/notesSlide13.xml" Id="Rcc96777f933545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9d0eefdd5b4a69" /><Relationship Type="http://schemas.openxmlformats.org/officeDocument/2006/relationships/notesSlide" Target="/ppt/notesSlides/notesSlide14.xml" Id="R1f4c88b1f57a484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cc88c1031f4d68" /><Relationship Type="http://schemas.openxmlformats.org/officeDocument/2006/relationships/notesSlide" Target="/ppt/notesSlides/notesSlide15.xml" Id="R285d8ac0db544e7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9498a4e3cd4704" /><Relationship Type="http://schemas.openxmlformats.org/officeDocument/2006/relationships/notesSlide" Target="/ppt/notesSlides/notesSlide16.xml" Id="R2991767deff345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30be4b3cce4839" /><Relationship Type="http://schemas.openxmlformats.org/officeDocument/2006/relationships/image" Target="/ppt/media/image5.jpeg" Id="Ra9fda224a7734680" /><Relationship Type="http://schemas.openxmlformats.org/officeDocument/2006/relationships/notesSlide" Target="/ppt/notesSlides/notesSlide17.xml" Id="R32eb60efe6f543c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9a0c92d2d424a" /><Relationship Type="http://schemas.openxmlformats.org/officeDocument/2006/relationships/notesSlide" Target="/ppt/notesSlides/notesSlide18.xml" Id="R994dbe53034c4d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1106cd96bd4d65" /><Relationship Type="http://schemas.openxmlformats.org/officeDocument/2006/relationships/notesSlide" Target="/ppt/notesSlides/notesSlide19.xml" Id="R5dd41ba743ff451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72198fb295425d" /><Relationship Type="http://schemas.openxmlformats.org/officeDocument/2006/relationships/image" Target="/ppt/media/image6.jpeg" Id="Rd703be7bf0a44e1f" /><Relationship Type="http://schemas.openxmlformats.org/officeDocument/2006/relationships/notesSlide" Target="/ppt/notesSlides/notesSlide20.xml" Id="R1e193b311ba443e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dd9603a430441f" /><Relationship Type="http://schemas.openxmlformats.org/officeDocument/2006/relationships/notesSlide" Target="/ppt/notesSlides/notesSlide21.xml" Id="Rd8e8a34c29a74e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3a8f3cd7e0414d" /><Relationship Type="http://schemas.openxmlformats.org/officeDocument/2006/relationships/image" Target="/ppt/media/image7.jpeg" Id="Rce2f58502f284ca7" /><Relationship Type="http://schemas.openxmlformats.org/officeDocument/2006/relationships/notesSlide" Target="/ppt/notesSlides/notesSlide22.xml" Id="R88750cdb14b944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2b37e5fc4a4177" /><Relationship Type="http://schemas.openxmlformats.org/officeDocument/2006/relationships/notesSlide" Target="/ppt/notesSlides/notesSlide23.xml" Id="R0008d4fc536341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9231c2aa064b88" /><Relationship Type="http://schemas.openxmlformats.org/officeDocument/2006/relationships/notesSlide" Target="/ppt/notesSlides/notesSlide24.xml" Id="Rddc4fca069e749d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480ceb375415f" /><Relationship Type="http://schemas.openxmlformats.org/officeDocument/2006/relationships/notesSlide" Target="/ppt/notesSlides/notesSlide25.xml" Id="R204307f33742418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cf1498e40946de" /><Relationship Type="http://schemas.openxmlformats.org/officeDocument/2006/relationships/notesSlide" Target="/ppt/notesSlides/notesSlide26.xml" Id="Rbc9c416c95d441f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777fae505d488e" /><Relationship Type="http://schemas.openxmlformats.org/officeDocument/2006/relationships/image" Target="/ppt/media/image8.jpeg" Id="R25b4014f13084481" /><Relationship Type="http://schemas.openxmlformats.org/officeDocument/2006/relationships/notesSlide" Target="/ppt/notesSlides/notesSlide27.xml" Id="R45d703de6dd5475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999f91bf234497" /><Relationship Type="http://schemas.openxmlformats.org/officeDocument/2006/relationships/notesSlide" Target="/ppt/notesSlides/notesSlide28.xml" Id="Rc2d3dfcbfad941f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19a53675934c7f" /><Relationship Type="http://schemas.openxmlformats.org/officeDocument/2006/relationships/notesSlide" Target="/ppt/notesSlides/notesSlide29.xml" Id="R252330255051458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5d3fa8b3e2463b" /><Relationship Type="http://schemas.openxmlformats.org/officeDocument/2006/relationships/notesSlide" Target="/ppt/notesSlides/notesSlide30.xml" Id="R57011683283241a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1f3f9bc51b49f7" /><Relationship Type="http://schemas.openxmlformats.org/officeDocument/2006/relationships/notesSlide" Target="/ppt/notesSlides/notesSlide31.xml" Id="R7a2eb303b86445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9D7EE-7D97-4473-A06A-B20D6CD7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D5699-07C1-4E87-A7C2-840611EB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708C1A-9AC0-4046-BAA6-38BADC54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13906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3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3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33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 A C 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60018-076D-412A-9734-B1E53A05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05325"/>
            <a:ext cx="1352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6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내 학습의 속도를 계획하다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FBC87-9F87-43AA-BD20-F0F3F817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352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자격증 학습 일정 관리 웹앱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E8F05-09D5-47BB-90B7-A25BACA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543800"/>
            <a:ext cx="1333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PROJECT PORTFOLIO  /  2026.10</a:t>
            </a:r>
          </a:p>
        </p:txBody>
      </p:sp>
    </p:spTree>
    <p:extLst>
      <p:ext uri="{BB962C8B-B14F-4D97-AF65-F5344CB8AC3E}">
        <p14:creationId xmlns:p14="http://schemas.microsoft.com/office/powerpoint/2010/main" val="19595334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E0DF0-864B-447C-AB3D-5B6D9935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50CD48-5C9E-4990-BB06-376ED229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AF5DF-AEF7-400E-BFF6-F5710D07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390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왜 만들었나요?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41BCD-B3F0-4EFB-B160-FB38FCEC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14001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목차는 길고,</a:t>
            </a:r>
          </a:p>
          <a:p xmlns:a="http://schemas.openxmlformats.org/drawingml/2006/main">
            <a: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공부할 시간은 매일 다릅니다.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134FC-26DD-44B1-AA8E-D6C66480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400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남은 학습량과 가능시간을 연결해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계획부터 완료 기록까지 관리합니다.</a:t>
            </a:r>
          </a:p>
        </p:txBody>
      </p:sp>
    </p:spTree>
    <p:extLst>
      <p:ext uri="{BB962C8B-B14F-4D97-AF65-F5344CB8AC3E}">
        <p14:creationId xmlns:p14="http://schemas.microsoft.com/office/powerpoint/2010/main" val="18395174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106FB-3909-41E0-AFFB-F9D3D6F1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0DB15-C2D0-4D14-AD26-462AEDDF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C83A58-803E-45EE-BFF9-7B8153AD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PACE의 사용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5F239-6467-4DCB-8541-9F189443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1FD2C-B46B-4491-86E2-7C943EC5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81D26-15FF-47B5-9564-9D47313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강의·교재·기출문제를 학습 항목으로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504BA-4EE5-4576-8F73-91EB288C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AA90C6-1953-44AA-A6F1-23D07154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B324E-DA72-4E45-ABB6-B1404408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가능시간과 휴식일을 반영해 분배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2DEAD-3EDD-4EFB-B2B1-99545D16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61025-B349-4F90-A496-DD7429A7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CB9299-7A4E-41F8-AB23-78D817F3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날짜별 학습과 완료 체크로 진도 확인</a:t>
            </a:r>
          </a:p>
        </p:txBody>
      </p:sp>
    </p:spTree>
    <p:extLst>
      <p:ext uri="{BB962C8B-B14F-4D97-AF65-F5344CB8AC3E}">
        <p14:creationId xmlns:p14="http://schemas.microsoft.com/office/powerpoint/2010/main" val="1268081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B39F4-DF3F-4FEB-BD2B-D1C9AAC9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322C3-E851-4D6B-8EFE-518304FD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오늘 할 일을 한눈에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08E67-1299-44FE-877A-643D1B8B82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77dedeb614652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043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53C5-4418-4C87-9996-1D8A78A9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110DA-CEB3-426A-8596-41F886FF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00510-BFBC-43E7-B636-8FCF90B6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오늘 할 일을 한눈에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A8B17-16C2-4CFD-A6C0-2E6064D7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월간 달력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E7B16-9E3F-4D0A-A7E7-7592B30C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학습·시험·목표·개인 일정 함께 표시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78EBD-8DEB-441C-BB30-921C8855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오늘의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7B835-00FE-46FD-880E-84607E4E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가능시간, 배정 목록과 총 예정시간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66720-0B90-462F-927B-D0B032D5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날짜 상세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51DC7-463B-414E-856C-023336AA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날짜별 항목 확인과 완료 체크</a:t>
            </a:r>
          </a:p>
        </p:txBody>
      </p:sp>
    </p:spTree>
    <p:extLst>
      <p:ext uri="{BB962C8B-B14F-4D97-AF65-F5344CB8AC3E}">
        <p14:creationId xmlns:p14="http://schemas.microsoft.com/office/powerpoint/2010/main" val="9196650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F9BEB-4B77-4F68-8ADA-C9D44268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D959F0-0CFA-4744-AC71-F4024D0F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1D666-6E47-4BF9-9CB8-89B909F2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자격증과 개인 일정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FEF1C-1AA2-4899-90DE-0FC669E8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자격증·시험일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6F0AC-3B75-4D0E-80FD-6886E774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자격증별 시험일과 세부 목표 관리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시험일 미정도 지원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15D9B-B2DA-4208-A7EB-188C9DE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목표와 이정표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7A09C-9FC8-4D5D-A6EC-13D366A9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목표 날짜와 학습 분류 연결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자동 분배에서 목표 충족 여부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228B4-A45E-4217-BD5B-A93D96BF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개인 일정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320F7-1C67-4084-B0C1-270E05A6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날짜 상세에서 추가·수정·삭제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학습 날짜와 구분하여 달력에 표시</a:t>
            </a:r>
          </a:p>
        </p:txBody>
      </p:sp>
    </p:spTree>
    <p:extLst>
      <p:ext uri="{BB962C8B-B14F-4D97-AF65-F5344CB8AC3E}">
        <p14:creationId xmlns:p14="http://schemas.microsoft.com/office/powerpoint/2010/main" val="14266219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51FE9-85A7-4327-9E4E-20B90FCD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ADE4D-E8A8-4545-9284-009C5B8E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텍스트를 학습 목록으로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C1FB0-1A5A-4D9A-8487-30F1F612A6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d39e21f3174980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6966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E170B-6CB4-47C3-8A1A-EF6F0BC4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D1B7-0C09-4A50-8668-0426E07C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11632-FE1A-45BC-A9F0-6027011A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텍스트를 학습 목록으로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9ACFA5-1A01-4012-964B-3D0B89E3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붙여넣기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F7C13-3578-4F49-843A-2ECB501E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강의 목차에서 번호·제목·시간 분석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CAFBA-E96B-49BE-87E1-3A428E90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미리보기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F1D5D-73AE-4C91-A192-17912960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제목·시간 수정, 개별 선택 가능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247E55-7EBE-4EFB-BA2F-09C06717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명시적 등록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B30B0-B2CD-463B-835B-424EF749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등록 버튼을 누르기 전에는 저장하지 않음</a:t>
            </a:r>
          </a:p>
        </p:txBody>
      </p:sp>
    </p:spTree>
    <p:extLst>
      <p:ext uri="{BB962C8B-B14F-4D97-AF65-F5344CB8AC3E}">
        <p14:creationId xmlns:p14="http://schemas.microsoft.com/office/powerpoint/2010/main" val="11927029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8FDD1-50EC-4E22-8F21-1BD7E331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90111-360A-4C87-A77E-CE3DEDA2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35ADF-6EFD-4766-8F5B-69D1074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다양한 학습 자료 지원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A1536-24BC-43B4-A9C9-EED6C105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강의·교재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12D37-B377-4D63-B03E-882E63B3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강의 원본 길이, 교재 소단원 분석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예정시간은 자료에 맞게 관리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2E0FB-9C81-4112-98DB-585E624C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기출문제·모의고사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84D21-C7F6-411D-B2FE-0F5FBCFE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연도·회차 범위로 여러 항목 생성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복습·기타 유형도 지원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908B4-B549-4799-A8FD-FA0A96A3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등록 후 관리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9762B-26EB-4753-8C9A-15D63FE6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제목·분류·시간 수정과 선택 삭제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분류 순서·색상 설정, 중복 등록 방지</a:t>
            </a:r>
          </a:p>
        </p:txBody>
      </p:sp>
    </p:spTree>
    <p:extLst>
      <p:ext uri="{BB962C8B-B14F-4D97-AF65-F5344CB8AC3E}">
        <p14:creationId xmlns:p14="http://schemas.microsoft.com/office/powerpoint/2010/main" val="2189960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D4858-0B53-4EE0-99A8-BECD53E0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303F5-828E-4C24-8D3A-3885BA39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분류별 항목 관리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22319-9CAD-476E-AF24-8C98ECEFB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a775652454997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979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66498-EFAC-4992-9A01-777EB5E7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0C757-CFAF-46D2-ADE8-FD883EE7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36E40-5363-4789-8F9E-BF289191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분류별 항목 관리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2F096-B5AC-48DF-BD25-D72B0D14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자료 정리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D64DB-71AF-4A95-91B5-E56E9036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자격증별 항목과 분류 목록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0E00A-D39A-4B8E-81B0-FDE24C65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직접 수정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AAF62-833A-437C-9D83-C23B0B2B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번호·제목·분류·예정시간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408E0-87E5-431D-8D93-25B9F4DC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색상과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9AA1C-832C-4A0F-B558-BA52F9E5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분류 색상 설정과 순서 이동</a:t>
            </a:r>
          </a:p>
        </p:txBody>
      </p:sp>
    </p:spTree>
    <p:extLst>
      <p:ext uri="{BB962C8B-B14F-4D97-AF65-F5344CB8AC3E}">
        <p14:creationId xmlns:p14="http://schemas.microsoft.com/office/powerpoint/2010/main" val="9363609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90BD1-5F37-443C-9F83-7A26F1C2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D2E72-8204-4CD6-902C-6B719BD1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공부 가능한 날짜부터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6E99B5-41F2-4790-A972-0C9E704C38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e936e394e842db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9858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7A067-99DD-40CA-B07A-22F29077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456590-97E2-45D6-94B0-F0C81FB4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9591E-3564-4411-ABC7-463311C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공부 가능한 날짜부터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D0BC4-9DCB-413A-9439-18D05B96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시간 패턴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82EED-089C-4672-8FCF-47514F95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매일 동일 / 평일·주말 / 요일별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DB5FF-E75F-4776-B3CB-528C6491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휴식과 예외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0A6C3-B034-4CDD-AB21-A71AD86A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정기 휴식일과 특정 날짜 예외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5648B-7082-4E5E-A70D-C8C035C8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우선순위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04DDE-88B1-466A-B68F-C859A583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날짜 예외 → 정기 휴식 → 기본시간</a:t>
            </a:r>
          </a:p>
        </p:txBody>
      </p:sp>
    </p:spTree>
    <p:extLst>
      <p:ext uri="{BB962C8B-B14F-4D97-AF65-F5344CB8AC3E}">
        <p14:creationId xmlns:p14="http://schemas.microsoft.com/office/powerpoint/2010/main" val="6620215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A9F5A-098F-4B0B-ABD1-FA6EB7E0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E418E-91D7-451D-8FBD-8437862B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07EE9-6774-468F-A751-4155DE70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자료에 맞는 자동 분배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CA25E-B3C4-45ED-9216-5C8BD726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시간 기준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EA90F-E283-4ACC-A061-40E379B7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예정시간이 있는 항목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가능시간과 강의 배속 반영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19191-57B9-4EDE-AF6F-D261E5DF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개수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3795D-21C1-455F-A7CC-39010BB7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예정시간이 없는 항목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가능 날짜와 일일 개수 한도 반영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6FA71-39F2-4F57-91B6-649BC234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86650"/>
            <a:ext cx="1386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순차·병행 학습과 분류 우선순위 지원 · 완료 항목은 재배치하지 않음</a:t>
            </a:r>
          </a:p>
        </p:txBody>
      </p:sp>
    </p:spTree>
    <p:extLst>
      <p:ext uri="{BB962C8B-B14F-4D97-AF65-F5344CB8AC3E}">
        <p14:creationId xmlns:p14="http://schemas.microsoft.com/office/powerpoint/2010/main" val="15086236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BD359-9E3D-4999-9013-A08DD283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EE1C8-1432-4C1C-B6FA-DF2DA26F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821B6-0B3E-41C5-9CC2-5F21A898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시험 직전 학습과 목표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6100F-490F-40C2-847B-A80D98CD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이정표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71173-468B-4983-8D8D-03389E62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분류별 목표일까지 배치 결과 검토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목표 충족 여부와 예상 완료일 표시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75A50-20DE-4733-915D-8F90F732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시험 직전 지정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28E99-3B18-4358-AE0B-F6E2500A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항목별 시험 며칠 전인지 설정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일반 분배보다 먼저 지정일에 배치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3DC34-59CE-4A2D-BD89-1BFD4B76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미배치 안내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B7733-10A3-446E-84AA-ACBAB56B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시간·휴식 등 제약으로 배치 불가 시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임의 날짜 이동 없이 이유 안내</a:t>
            </a:r>
          </a:p>
        </p:txBody>
      </p:sp>
    </p:spTree>
    <p:extLst>
      <p:ext uri="{BB962C8B-B14F-4D97-AF65-F5344CB8AC3E}">
        <p14:creationId xmlns:p14="http://schemas.microsoft.com/office/powerpoint/2010/main" val="19012052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EBA4AD-D107-4AD1-914F-F7BDFCEC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079BBF-9614-4D60-A884-B10317BC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110CB-987D-4988-9DE1-6CD453F4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검토한 다음 실제 적용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0B02B-40D2-49B4-B231-ADECC15B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3F2F8-95DB-4404-A9C6-3EE59CC0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3C5D0-A8C3-4138-9223-76FB1CE0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분배 요약과 날짜별 결과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A1800F-8DF0-4504-AB4E-09C428E9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0ECA56-C70B-44BE-9AB3-D60C65E7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검토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9D5FB-726E-400A-A22F-9D583038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미배치 항목과 목표 결과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DABCD-2283-4306-948B-EA8EB1FB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67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C1AC8-F21A-4609-941E-F94EC1C9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276725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적용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704B80-D53D-4BA5-8828-13E2A841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명시적 실행으로 일정 갱신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BB9CF-925E-4829-9E34-D6228911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86650"/>
            <a:ext cx="1386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원본이나 계산 조건이 바뀌면 재계산 · 미리보기만으로 실제 일정은 바뀌지 않음</a:t>
            </a:r>
          </a:p>
        </p:txBody>
      </p:sp>
    </p:spTree>
    <p:extLst>
      <p:ext uri="{BB962C8B-B14F-4D97-AF65-F5344CB8AC3E}">
        <p14:creationId xmlns:p14="http://schemas.microsoft.com/office/powerpoint/2010/main" val="17539210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C77D4-79C5-45FB-93EE-EE642009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9BBCF-1D37-4E73-81C5-B7B0E357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계획을 실행하고 기록하기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25405-8E02-4F5C-9530-D9C185DFC5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da224a7734680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6634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29C4F-0660-4A82-A157-FF5E77A9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6F29C-8F5F-4BAD-B70B-7E30B879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48C64-A5A3-48EE-86E8-53C28272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계획을 실행하고 기록하기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C1CF8-F6BD-4E01-9EE0-4986E5B8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진도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BE433-B80A-4217-96AD-9F331AF8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전체·분류별 완료 수와 진행률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05DC8-6C97-4D5D-83BE-9408DF35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날짜 조정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628FB-1E91-4E93-812B-53D371F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드래그 또는 날짜 이동 메뉴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74694F-44D1-4FEC-94E1-334A22FB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예정시간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9D5DB-9865-4F96-9A7B-8F30B0E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개별 툴팁과 날짜 상세 합계</a:t>
            </a:r>
          </a:p>
        </p:txBody>
      </p:sp>
    </p:spTree>
    <p:extLst>
      <p:ext uri="{BB962C8B-B14F-4D97-AF65-F5344CB8AC3E}">
        <p14:creationId xmlns:p14="http://schemas.microsoft.com/office/powerpoint/2010/main" val="18645606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9D262-615F-461F-A19E-FC854647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CF616-9F03-4F4C-920B-7D714EB9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8B529-1FCC-4AB0-A684-00927DE1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화면 크기에 맞는 날짜 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7358E-85DA-4FB0-8573-172EA339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369EE-72B8-4DDC-80CB-717F7167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7일 보기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기존 사이드바와 달력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328C2-4D1D-431E-A9F0-43EB40D2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태블릿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9D9CF-75FD-4D85-8279-9E09E86B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815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어제·오늘·내일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오늘이 가운데인 3일 보기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B6DA1-3157-4C66-8756-5D2BB396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00325"/>
            <a:ext cx="409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휴대폰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09317-3A45-4694-9CA9-E8515AE7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81500"/>
            <a:ext cx="4076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하루씩 넓게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메뉴 서랍과 날짜 이동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7F59E3-415C-415C-8D7D-74165E37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86650"/>
            <a:ext cx="1386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월간 보기 유지 · 실제 Safari 터치·키보드 동작은 추가 확인 대상</a:t>
            </a:r>
          </a:p>
        </p:txBody>
      </p:sp>
    </p:spTree>
    <p:extLst>
      <p:ext uri="{BB962C8B-B14F-4D97-AF65-F5344CB8AC3E}">
        <p14:creationId xmlns:p14="http://schemas.microsoft.com/office/powerpoint/2010/main" val="14627280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DFBBB-B257-4E86-97D4-F26AA34E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796CB-D161-418A-A536-F9FD2755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내게 맞는 화면 설정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AC51C-1F33-45BE-9734-EE74B640AC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3be7bf0a44e1f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01901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A07DF-E976-4921-A5B4-EF74EB0F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785CA-D9DB-428B-9B61-32E63FA8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8EA75-DC95-451A-A740-39DB165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내게 맞는 화면 설정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FA155-EACC-4B78-B795-D39FF293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요일 순서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2BA93-534E-447F-A246-33A59AC9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일요일·월요일 시작 즉시 반영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9B049-DBC8-454D-9976-125C72D9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표시만 변경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A7860-6D84-416A-B448-42378C00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일정 날짜와 학습 데이터 유지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D8484-F283-463E-9AC1-91056C84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개인 환경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8C4E7-CDD5-4092-A39B-CDB232C8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새로고침 후 유지, 동기화와 분리</a:t>
            </a:r>
          </a:p>
        </p:txBody>
      </p:sp>
    </p:spTree>
    <p:extLst>
      <p:ext uri="{BB962C8B-B14F-4D97-AF65-F5344CB8AC3E}">
        <p14:creationId xmlns:p14="http://schemas.microsoft.com/office/powerpoint/2010/main" val="86066053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A4610-6317-48A8-93B7-1F33F545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BC725-2001-4D4F-AF5E-A58D7CF7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다크 모드도 부드럽게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FFB4E-44E0-4334-9B14-1C6BC4D637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f58502f284ca7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9603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69D65-3CC3-4075-84EC-63F61CAF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FDC5D-C665-48D5-98B7-203B3E90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82749-E9B2-4AE4-841A-B7A9F0C4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다크 모드도 부드럽게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390D1-EB5B-446B-891A-BC305EA7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세 가지 모드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E0A0C-C5E7-427C-BC14-7196BC3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시스템 설정 / 라이트 / 다크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E29896-63B2-4C16-8C06-CED63D90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퍼플 그레이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D76BA-6C13-4CB0-9B66-05EE739B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차콜 배경과 기존 분류 색상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3FAE7-0E17-4208-B91E-FD150761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자동 반영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C5F92-E82B-47FC-8510-EC70EC09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시스템 변경 감지와 저장값 유지</a:t>
            </a:r>
          </a:p>
        </p:txBody>
      </p:sp>
    </p:spTree>
    <p:extLst>
      <p:ext uri="{BB962C8B-B14F-4D97-AF65-F5344CB8AC3E}">
        <p14:creationId xmlns:p14="http://schemas.microsoft.com/office/powerpoint/2010/main" val="174905708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8A2F2-A78A-4155-8820-7CB0F12A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30176-3E8B-47C9-9950-F557E0FA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4846DA-B8BB-458D-988D-8F7660BE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로그인과 계정 관리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D2B51-B1AF-419E-A3C5-1E9BA0CA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이메일 인증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9A9EE-BB4C-43F1-96B6-4D7A62A5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Supabase 회원가입·로그인·세션 유지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비밀번호 8자 이상과 확인값 일치 검사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458B4-6BD1-4596-B46A-77324A8E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계정 관리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A4C99-3BBD-4D7C-9EB0-A9974BB1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현재 비밀번호 재인증 후 변경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로그아웃과 동기화 재시도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B226A-3F16-4ABD-8DDA-2B581BFC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첫 방문 안내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F7CA8-857D-44B2-83BE-7D0BFE25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로그인 또는 비로그인 시작 선택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기존 세션·로컬 기록은 강제로 가리지 않음</a:t>
            </a:r>
          </a:p>
        </p:txBody>
      </p:sp>
    </p:spTree>
    <p:extLst>
      <p:ext uri="{BB962C8B-B14F-4D97-AF65-F5344CB8AC3E}">
        <p14:creationId xmlns:p14="http://schemas.microsoft.com/office/powerpoint/2010/main" val="105406083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608CF-9101-4B73-BF4E-05FFC573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64AD3-EC60-4DA4-BE3C-22157F26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49C1E-AA56-4370-8813-BA7E246B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로컬 기록과 계정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1A5AD9-763A-4823-B64F-4AE77D12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비로그인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7DEAC-4323-448E-BEFA-B9755A54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브라우저에 저장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로그아웃 후 기존 로컬 기록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396CC-CBCE-49D1-8A81-76E04EF5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로그인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42131-B7F6-4B0E-8B09-EDB94572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사용자별 캐시와 클라우드 저장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로그인만으로 로컬 기록 자동 업로드 안 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34598F-5737-4E5B-8656-CD51D0A6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86650"/>
            <a:ext cx="1386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로컬 기록 가져오기는 수동 복사 · 실제 계정 데이터가 있으면 차단 · 원본 로컬 기록 유지</a:t>
            </a:r>
          </a:p>
        </p:txBody>
      </p:sp>
    </p:spTree>
    <p:extLst>
      <p:ext uri="{BB962C8B-B14F-4D97-AF65-F5344CB8AC3E}">
        <p14:creationId xmlns:p14="http://schemas.microsoft.com/office/powerpoint/2010/main" val="17018744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9373F-C162-4E8A-9DAE-97153B00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652BF-86AD-4D75-88BB-182DE266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9FBF9-1858-449E-92C9-168285EF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동기화 중에도 기록 보호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4A66B-EF50-4A58-B6B2-04AD6201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revision 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E3650-8B7A-444F-B6D1-93A799E1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서버 최신 버전과 비교 후 저장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현재 사용자 데이터만 처리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559E2-A3A5-4AF2-A262-844999EC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실패와 충돌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6097C-A38A-4469-989D-F94AA99A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저장 대기 기록 보존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충돌 시 자동 덮어쓰기 중단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B8AB1-F0E1-4AEB-AE66-72C77B7F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복구 동작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362CD-FC2A-405D-BFE4-88B19B0E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동기화 재시도와 서버 기록 불러오기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변경 기록 보관과 JSON 백업 지원</a:t>
            </a:r>
          </a:p>
        </p:txBody>
      </p:sp>
    </p:spTree>
    <p:extLst>
      <p:ext uri="{BB962C8B-B14F-4D97-AF65-F5344CB8AC3E}">
        <p14:creationId xmlns:p14="http://schemas.microsoft.com/office/powerpoint/2010/main" val="71535007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6166A-E4BE-4A85-AB39-FA77A6C2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CDF0E-5A53-47D3-80C2-FD5E99F4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백업은 확인하고 가져오기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5B7C9-1794-47BF-AC9F-97EB4E4116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4014f13084481"/>
          <a:stretch xmlns:a="http://schemas.openxmlformats.org/drawingml/2006/main"/>
        </p:blipFill>
        <p:spPr>
          <a:xfrm xmlns:a="http://schemas.openxmlformats.org/drawingml/2006/main">
            <a:off x="711200" y="704850"/>
            <a:ext cx="13817600" cy="7772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78364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47E11-5A0A-4BFA-9DEC-C514600B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E3F37-424E-4D23-8E03-BBF95F5C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A7A8F3-4CDF-4597-A596-2D518407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백업은 확인하고 가져오기 — 핵심 기능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7BA3F-0071-40C5-B8B7-A0B9F5BC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다운로드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9D10B-39FF-4784-8695-BE4F0817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학습 데이터 JSON 백업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D09AF-4422-492C-9061-321E00DD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검증·미리보기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3A06D-EE49-4661-A82A-D89CE143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파일 선택 후 요약과 자격증별 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03D4B-D38D-402E-9AA5-1C6BF3A4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동의 후 교체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81089-E227-4E7A-8FF9-0B48640E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병합 아님 · 저장 실패 시 복원 시도</a:t>
            </a:r>
          </a:p>
        </p:txBody>
      </p:sp>
    </p:spTree>
    <p:extLst>
      <p:ext uri="{BB962C8B-B14F-4D97-AF65-F5344CB8AC3E}">
        <p14:creationId xmlns:p14="http://schemas.microsoft.com/office/powerpoint/2010/main" val="23368520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CDC00-EEAA-43B3-857C-733D088D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C96E8-703A-4A6E-ACD5-BD0EAF573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383AAB-F478-4C20-B458-B9300832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두 가지 초기화, 다른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AB2D2-F89E-475F-9772-49E3CC7D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로컬 초기화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7B596-2079-4544-BE03-C16228AA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비로그인 학습 키 7개만 삭제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계정 캐시·인증·클라우드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9CEC9-6BD6-44B6-A260-A2C995F5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0325"/>
            <a:ext cx="638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90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계정 초기화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3A8F0-CF2E-4B55-87A4-D01A04E4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6362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현재 사용자의 학습 snapshot 비우기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Auth 계정·비로그인 기록 유지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0819D-92E6-47DA-8765-3D9A8DDA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86650"/>
            <a:ext cx="1386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동의 체크와 중복 제출 방지 · 서버 결과 확인 전 완료 표시 금지 · 실제 데이터 삭제 테스트 미실행</a:t>
            </a:r>
          </a:p>
        </p:txBody>
      </p:sp>
    </p:spTree>
    <p:extLst>
      <p:ext uri="{BB962C8B-B14F-4D97-AF65-F5344CB8AC3E}">
        <p14:creationId xmlns:p14="http://schemas.microsoft.com/office/powerpoint/2010/main" val="112441011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44434-C2D3-4FEB-A07D-55E41418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62648-3DE5-4F79-AE23-57F0DD40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3E54D-0675-498A-900E-AAFE3988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42975"/>
            <a:ext cx="1323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구현 구조와 검증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83181-5674-42DD-B6DB-A07FF08F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화면과 계산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5671E-D7B0-4DA3-8B58-77D2C1CC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4315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HTML·CSS·JavaScript ES Modules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달력·분배·백업·계정 모듈 분리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5D0A7-FBFE-4146-8DD7-F065F524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5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저장과 배포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303BF-2200-40E4-A7B6-0FBD6DC2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62425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localStorage와 Supabase Auth·PostgreSQL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RLS·revision 보호, Vercel 정적 배포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75E24-019E-450E-8500-C30606AF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81700"/>
            <a:ext cx="4333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2775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확인한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C02CB4-06F1-4DE5-9273-CA1607BF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81700"/>
            <a:ext cx="9239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자동 테스트 247개와 빌드 통과</a:t>
            </a:r>
          </a:p>
          <a:p xmlns:a="http://schemas.openxmlformats.org/drawingml/2006/main">
            <a:pPr>
              <a:def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70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실기기 Safari·다기기 동기화는 추가 확인</a:t>
            </a:r>
          </a:p>
        </p:txBody>
      </p:sp>
    </p:spTree>
    <p:extLst>
      <p:ext uri="{BB962C8B-B14F-4D97-AF65-F5344CB8AC3E}">
        <p14:creationId xmlns:p14="http://schemas.microsoft.com/office/powerpoint/2010/main" val="49767159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CFA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D19E0-ECA8-4913-B161-AA15CEC3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2B3F4-420F-4A83-A7B9-899165B1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8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052F4-4C13-453A-B21D-E29D7A7C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390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현재 결과와 다음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937F6-CFD5-41F3-9C09-2EC018DF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4125"/>
            <a:ext cx="14001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등록부터 완료 기록까지,</a:t>
            </a:r>
          </a:p>
          <a:p xmlns:a="http://schemas.openxmlformats.org/drawingml/2006/main">
            <a:pPr>
              <a:def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defRPr>
            </a:pPr>
            <a:r>
              <a:rPr sz="5700" b="1">
                <a:solidFill>
                  <a:srgbClr val="302B3D"/>
                </a:solidFill>
                <a:latin typeface="Pretendard"/>
                <a:ea typeface="Pretendard"/>
                <a:cs typeface="Pretendard"/>
              </a:rPr>
              <a:t>매일 쓰는 학습 도구로.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53985-F472-4016-B91E-95BA7E11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400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다음 점검: 실제 기기 사용과 집·학원 간 동기화</a:t>
            </a:r>
          </a:p>
          <a:p xmlns:a="http://schemas.openxmlformats.org/drawingml/2006/main">
            <a:pPr>
              <a:def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625A70"/>
                </a:solidFill>
                <a:latin typeface="Pretendard"/>
                <a:ea typeface="Pretendard"/>
                <a:cs typeface="Pretendard"/>
              </a:rPr>
              <a:t>후속 개선: 터치로 예정시간 툴팁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EB1A2-8EF8-4A9C-89AE-3634EC42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1400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7254B8"/>
                </a:solidFill>
                <a:latin typeface="Pretendard"/>
                <a:ea typeface="Pretendard"/>
                <a:cs typeface="Pretendard"/>
              </a:rPr>
              <a:t>my--pace.vercel.app · github.com/rykim1217/ALEPH</a:t>
            </a:r>
          </a:p>
        </p:txBody>
      </p:sp>
    </p:spTree>
    <p:extLst>
      <p:ext uri="{BB962C8B-B14F-4D97-AF65-F5344CB8AC3E}">
        <p14:creationId xmlns:p14="http://schemas.microsoft.com/office/powerpoint/2010/main" val="10838318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2026-10-11T13:11:19.7450000Z</dcterms:created>
  <dcterms:modified xsi:type="dcterms:W3CDTF">2026-10-11T13:11:19.7450000Z</dcterms:modified>
</coreProperties>
</file>